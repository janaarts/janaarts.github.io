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74" r:id="rId2"/>
    <p:sldId id="320" r:id="rId3"/>
    <p:sldId id="332" r:id="rId4"/>
    <p:sldId id="330" r:id="rId5"/>
    <p:sldId id="323" r:id="rId6"/>
    <p:sldId id="322" r:id="rId7"/>
    <p:sldId id="331" r:id="rId8"/>
    <p:sldId id="324" r:id="rId9"/>
    <p:sldId id="326" r:id="rId10"/>
    <p:sldId id="329" r:id="rId11"/>
    <p:sldId id="317" r:id="rId12"/>
    <p:sldId id="325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150" autoAdjust="0"/>
  </p:normalViewPr>
  <p:slideViewPr>
    <p:cSldViewPr snapToGrid="0">
      <p:cViewPr varScale="1">
        <p:scale>
          <a:sx n="63" d="100"/>
          <a:sy n="63" d="100"/>
        </p:scale>
        <p:origin x="14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F0B45B-04F3-48E7-B55F-EFEE4F0CB1DB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6F190-D6F3-4927-9FC1-B19B12641D2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6577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F190-D6F3-4927-9FC1-B19B12641D22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298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F190-D6F3-4927-9FC1-B19B12641D22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6859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F190-D6F3-4927-9FC1-B19B12641D22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411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F190-D6F3-4927-9FC1-B19B12641D22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2688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F190-D6F3-4927-9FC1-B19B12641D22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9841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F190-D6F3-4927-9FC1-B19B12641D22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5455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F190-D6F3-4927-9FC1-B19B12641D22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9621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F190-D6F3-4927-9FC1-B19B12641D22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6612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F190-D6F3-4927-9FC1-B19B12641D22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4033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F190-D6F3-4927-9FC1-B19B12641D22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9289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F190-D6F3-4927-9FC1-B19B12641D22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1446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D10F2241-127B-795E-EB95-4B467211A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08" y="709986"/>
            <a:ext cx="4896000" cy="601801"/>
          </a:xfrm>
        </p:spPr>
        <p:txBody>
          <a:bodyPr tIns="0" bIns="0"/>
          <a:lstStyle>
            <a:lvl1pPr>
              <a:defRPr sz="347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88EAD-9150-07C2-2C26-F1E2428582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907" y="1341862"/>
            <a:ext cx="4896000" cy="426372"/>
          </a:xfrm>
        </p:spPr>
        <p:txBody>
          <a:bodyPr lIns="79200" tIns="36000" bIns="0"/>
          <a:lstStyle>
            <a:lvl1pPr marL="0" indent="0" algn="l">
              <a:buNone/>
              <a:defRPr sz="213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Subtitle</a:t>
            </a:r>
          </a:p>
        </p:txBody>
      </p:sp>
      <p:sp>
        <p:nvSpPr>
          <p:cNvPr id="10" name="Text Placeholder 9" descr="Tekst">
            <a:extLst>
              <a:ext uri="{FF2B5EF4-FFF2-40B4-BE49-F238E27FC236}">
                <a16:creationId xmlns:a16="http://schemas.microsoft.com/office/drawing/2014/main" id="{94DDA84C-DBC5-2341-2153-88ED62B4DF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5858" y="4670681"/>
            <a:ext cx="4896000" cy="573489"/>
          </a:xfrm>
        </p:spPr>
        <p:txBody>
          <a:bodyPr lIns="79200" tIns="36000"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631EA3D7-7482-3D12-D3CD-A61C6F226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55763" y="0"/>
            <a:ext cx="6736235" cy="6857999"/>
          </a:xfrm>
          <a:custGeom>
            <a:avLst/>
            <a:gdLst>
              <a:gd name="csX0" fmla="*/ 1615618 w 6736235"/>
              <a:gd name="csY0" fmla="*/ 0 h 6857999"/>
              <a:gd name="csX1" fmla="*/ 6736235 w 6736235"/>
              <a:gd name="csY1" fmla="*/ 0 h 6857999"/>
              <a:gd name="csX2" fmla="*/ 6736235 w 6736235"/>
              <a:gd name="csY2" fmla="*/ 6857999 h 6857999"/>
              <a:gd name="csX3" fmla="*/ 1615615 w 6736235"/>
              <a:gd name="csY3" fmla="*/ 6857999 h 6857999"/>
              <a:gd name="csX4" fmla="*/ 1459885 w 6736235"/>
              <a:gd name="csY4" fmla="*/ 6723272 h 6857999"/>
              <a:gd name="csX5" fmla="*/ 0 w 6736235"/>
              <a:gd name="csY5" fmla="*/ 3429001 h 6857999"/>
              <a:gd name="csX6" fmla="*/ 1459885 w 6736235"/>
              <a:gd name="csY6" fmla="*/ 134731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736235" h="6857999">
                <a:moveTo>
                  <a:pt x="1615618" y="0"/>
                </a:moveTo>
                <a:lnTo>
                  <a:pt x="6736235" y="0"/>
                </a:lnTo>
                <a:lnTo>
                  <a:pt x="6736235" y="6857999"/>
                </a:lnTo>
                <a:lnTo>
                  <a:pt x="1615615" y="6857999"/>
                </a:lnTo>
                <a:lnTo>
                  <a:pt x="1459885" y="6723272"/>
                </a:lnTo>
                <a:cubicBezTo>
                  <a:pt x="563047" y="5909169"/>
                  <a:pt x="0" y="4734756"/>
                  <a:pt x="0" y="3429001"/>
                </a:cubicBezTo>
                <a:cubicBezTo>
                  <a:pt x="0" y="2123247"/>
                  <a:pt x="563047" y="948834"/>
                  <a:pt x="1459885" y="13473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468000" tIns="396000" rIns="360000">
            <a:noAutofit/>
          </a:bodyPr>
          <a:lstStyle>
            <a:lvl1pPr algn="r">
              <a:defRPr sz="1300" i="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add image</a:t>
            </a:r>
          </a:p>
        </p:txBody>
      </p:sp>
      <p:pic>
        <p:nvPicPr>
          <p:cNvPr id="6" name="Graphic 5" descr="Wageningen University &amp; Research">
            <a:extLst>
              <a:ext uri="{FF2B5EF4-FFF2-40B4-BE49-F238E27FC236}">
                <a16:creationId xmlns:a16="http://schemas.microsoft.com/office/drawing/2014/main" id="{44DDDF1D-2131-63A7-FD3A-4E27B99D05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407" y="5755936"/>
            <a:ext cx="2448000" cy="46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0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artner logo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0F2241-127B-795E-EB95-4B467211A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08" y="709986"/>
            <a:ext cx="4896000" cy="601801"/>
          </a:xfrm>
        </p:spPr>
        <p:txBody>
          <a:bodyPr tIns="0" bIns="0"/>
          <a:lstStyle>
            <a:lvl1pPr>
              <a:defRPr sz="347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88EAD-9150-07C2-2C26-F1E2428582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907" y="1341862"/>
            <a:ext cx="4896000" cy="426372"/>
          </a:xfrm>
        </p:spPr>
        <p:txBody>
          <a:bodyPr lIns="79200" tIns="36000" bIns="0"/>
          <a:lstStyle>
            <a:lvl1pPr marL="0" indent="0" algn="l">
              <a:buNone/>
              <a:defRPr sz="213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Subtitle</a:t>
            </a:r>
          </a:p>
        </p:txBody>
      </p:sp>
      <p:sp>
        <p:nvSpPr>
          <p:cNvPr id="10" name="Text Placeholder 9" descr="Tekst">
            <a:extLst>
              <a:ext uri="{FF2B5EF4-FFF2-40B4-BE49-F238E27FC236}">
                <a16:creationId xmlns:a16="http://schemas.microsoft.com/office/drawing/2014/main" id="{94DDA84C-DBC5-2341-2153-88ED62B4DF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5858" y="4670681"/>
            <a:ext cx="4896000" cy="573489"/>
          </a:xfrm>
        </p:spPr>
        <p:txBody>
          <a:bodyPr lIns="79200" tIns="36000"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631EA3D7-7482-3D12-D3CD-A61C6F226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55763" y="0"/>
            <a:ext cx="6736235" cy="6857999"/>
          </a:xfrm>
          <a:custGeom>
            <a:avLst/>
            <a:gdLst>
              <a:gd name="csX0" fmla="*/ 1615618 w 6736235"/>
              <a:gd name="csY0" fmla="*/ 0 h 6857999"/>
              <a:gd name="csX1" fmla="*/ 6736235 w 6736235"/>
              <a:gd name="csY1" fmla="*/ 0 h 6857999"/>
              <a:gd name="csX2" fmla="*/ 6736235 w 6736235"/>
              <a:gd name="csY2" fmla="*/ 6857999 h 6857999"/>
              <a:gd name="csX3" fmla="*/ 1615615 w 6736235"/>
              <a:gd name="csY3" fmla="*/ 6857999 h 6857999"/>
              <a:gd name="csX4" fmla="*/ 1459885 w 6736235"/>
              <a:gd name="csY4" fmla="*/ 6723272 h 6857999"/>
              <a:gd name="csX5" fmla="*/ 0 w 6736235"/>
              <a:gd name="csY5" fmla="*/ 3429001 h 6857999"/>
              <a:gd name="csX6" fmla="*/ 1459885 w 6736235"/>
              <a:gd name="csY6" fmla="*/ 134731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736235" h="6857999">
                <a:moveTo>
                  <a:pt x="1615618" y="0"/>
                </a:moveTo>
                <a:lnTo>
                  <a:pt x="6736235" y="0"/>
                </a:lnTo>
                <a:lnTo>
                  <a:pt x="6736235" y="6857999"/>
                </a:lnTo>
                <a:lnTo>
                  <a:pt x="1615615" y="6857999"/>
                </a:lnTo>
                <a:lnTo>
                  <a:pt x="1459885" y="6723272"/>
                </a:lnTo>
                <a:cubicBezTo>
                  <a:pt x="563047" y="5909169"/>
                  <a:pt x="0" y="4734756"/>
                  <a:pt x="0" y="3429001"/>
                </a:cubicBezTo>
                <a:cubicBezTo>
                  <a:pt x="0" y="2123247"/>
                  <a:pt x="563047" y="948834"/>
                  <a:pt x="1459885" y="13473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468000" tIns="396000" rIns="360000">
            <a:noAutofit/>
          </a:bodyPr>
          <a:lstStyle>
            <a:lvl1pPr algn="r">
              <a:defRPr sz="1300" i="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7" name="Tijdelijke aanduiding voor tekst 6" descr="Wageningen University &amp; Research">
            <a:extLst>
              <a:ext uri="{FF2B5EF4-FFF2-40B4-BE49-F238E27FC236}">
                <a16:creationId xmlns:a16="http://schemas.microsoft.com/office/drawing/2014/main" id="{4BCD5909-92DB-D4F3-696D-6F61D10217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8200" y="5783071"/>
            <a:ext cx="11235600" cy="594000"/>
          </a:xfrm>
          <a:prstGeom prst="roundRect">
            <a:avLst>
              <a:gd name="adj" fmla="val 1620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tIns="0" anchor="ctr" anchorCtr="0"/>
          <a:lstStyle>
            <a:lvl1pPr algn="ctr"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4116F4F1-FF8C-4C51-7E34-BF6A89D43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77309" y="5889984"/>
            <a:ext cx="1634566" cy="370800"/>
          </a:xfrm>
        </p:spPr>
        <p:txBody>
          <a:bodyPr/>
          <a:lstStyle>
            <a:lvl1pPr>
              <a:lnSpc>
                <a:spcPct val="90000"/>
              </a:lnSpc>
              <a:defRPr sz="800"/>
            </a:lvl1pPr>
          </a:lstStyle>
          <a:p>
            <a:pPr lvl="0"/>
            <a:r>
              <a:rPr lang="en-GB" noProof="0" dirty="0"/>
              <a:t>Click icon to add partner logo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23998DAF-C0ED-E6BD-E1FB-467164558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542920" y="5889984"/>
            <a:ext cx="1634566" cy="370800"/>
          </a:xfrm>
        </p:spPr>
        <p:txBody>
          <a:bodyPr/>
          <a:lstStyle>
            <a:lvl1pPr>
              <a:lnSpc>
                <a:spcPct val="90000"/>
              </a:lnSpc>
              <a:defRPr sz="800"/>
            </a:lvl1pPr>
          </a:lstStyle>
          <a:p>
            <a:pPr lvl="0"/>
            <a:r>
              <a:rPr lang="en-GB" noProof="0" dirty="0"/>
              <a:t>Click icon to add partner logo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9F58A78E-BDCF-908F-C73B-CA9DDE266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708530" y="5889984"/>
            <a:ext cx="1634566" cy="370800"/>
          </a:xfrm>
        </p:spPr>
        <p:txBody>
          <a:bodyPr/>
          <a:lstStyle>
            <a:lvl1pPr>
              <a:lnSpc>
                <a:spcPct val="90000"/>
              </a:lnSpc>
              <a:defRPr sz="800"/>
            </a:lvl1pPr>
          </a:lstStyle>
          <a:p>
            <a:pPr lvl="0"/>
            <a:r>
              <a:rPr lang="en-GB" noProof="0" dirty="0"/>
              <a:t>Click icon to add partner logo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532D44A1-F0F0-87AB-7AFD-0C39CA6AC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11698" y="5889984"/>
            <a:ext cx="1634566" cy="370800"/>
          </a:xfrm>
        </p:spPr>
        <p:txBody>
          <a:bodyPr/>
          <a:lstStyle>
            <a:lvl1pPr>
              <a:lnSpc>
                <a:spcPct val="90000"/>
              </a:lnSpc>
              <a:defRPr sz="800"/>
            </a:lvl1pPr>
          </a:lstStyle>
          <a:p>
            <a:pPr lvl="0"/>
            <a:r>
              <a:rPr lang="en-GB" noProof="0" dirty="0"/>
              <a:t>Click icon to add partner logo</a:t>
            </a:r>
          </a:p>
        </p:txBody>
      </p:sp>
    </p:spTree>
    <p:extLst>
      <p:ext uri="{BB962C8B-B14F-4D97-AF65-F5344CB8AC3E}">
        <p14:creationId xmlns:p14="http://schemas.microsoft.com/office/powerpoint/2010/main" val="53680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77" y="285705"/>
            <a:ext cx="10515600" cy="601801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7" name="Subtitle 2" descr="Ondertitel">
            <a:extLst>
              <a:ext uri="{FF2B5EF4-FFF2-40B4-BE49-F238E27FC236}">
                <a16:creationId xmlns:a16="http://schemas.microsoft.com/office/drawing/2014/main" id="{FBA023E9-E4FE-EE28-A74A-FBDAD81C3F2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Text Placeholder 3" descr="Tekst">
            <a:extLst>
              <a:ext uri="{FF2B5EF4-FFF2-40B4-BE49-F238E27FC236}">
                <a16:creationId xmlns:a16="http://schemas.microsoft.com/office/drawing/2014/main" id="{3E0E888A-D08B-AED3-E1D0-70044F638D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5177" y="1847145"/>
            <a:ext cx="9000000" cy="402978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E0DC1E2-D670-4743-3A28-8D8F320361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1985003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5" name="Subtitle 2" descr="Ondertitel">
            <a:extLst>
              <a:ext uri="{FF2B5EF4-FFF2-40B4-BE49-F238E27FC236}">
                <a16:creationId xmlns:a16="http://schemas.microsoft.com/office/drawing/2014/main" id="{77AD0364-5A98-E505-0FF5-58918610956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Text Placeholder 3" descr="Tekst">
            <a:extLst>
              <a:ext uri="{FF2B5EF4-FFF2-40B4-BE49-F238E27FC236}">
                <a16:creationId xmlns:a16="http://schemas.microsoft.com/office/drawing/2014/main" id="{9E70E2D9-947E-D983-EEAB-7EC6E1287B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177" y="1847145"/>
            <a:ext cx="5369985" cy="402978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ext Placeholder 3" descr="Tekst">
            <a:extLst>
              <a:ext uri="{FF2B5EF4-FFF2-40B4-BE49-F238E27FC236}">
                <a16:creationId xmlns:a16="http://schemas.microsoft.com/office/drawing/2014/main" id="{2BB68E25-F038-FBDE-CEA1-68E89AB0AF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9430" y="1847145"/>
            <a:ext cx="5369985" cy="402978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81DC31-FCE6-53B6-4F5C-68C133237FA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990753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0" name="Subtitle 2" descr="Ondertitel">
            <a:extLst>
              <a:ext uri="{FF2B5EF4-FFF2-40B4-BE49-F238E27FC236}">
                <a16:creationId xmlns:a16="http://schemas.microsoft.com/office/drawing/2014/main" id="{3BBA7F52-14E0-6D46-74FF-384F68DB9F9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9" name="Text Placeholder 3" descr="Tekst">
            <a:extLst>
              <a:ext uri="{FF2B5EF4-FFF2-40B4-BE49-F238E27FC236}">
                <a16:creationId xmlns:a16="http://schemas.microsoft.com/office/drawing/2014/main" id="{305704D3-40FE-F37F-B912-4D407C88FD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177" y="1847145"/>
            <a:ext cx="7170530" cy="402978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F2060B4-46E0-E072-4F63-2B630FC63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39953" y="1825113"/>
            <a:ext cx="3762000" cy="4051811"/>
          </a:xfrm>
          <a:prstGeom prst="roundRect">
            <a:avLst>
              <a:gd name="adj" fmla="val 27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/>
          <a:lstStyle>
            <a:lvl1pPr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D87FA6A-4697-7579-528F-D5D4DACC21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2682783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0" name="Subtitle 2" descr="Ondertitel">
            <a:extLst>
              <a:ext uri="{FF2B5EF4-FFF2-40B4-BE49-F238E27FC236}">
                <a16:creationId xmlns:a16="http://schemas.microsoft.com/office/drawing/2014/main" id="{091C116D-3DD8-241E-2B43-6D02D5A87D7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Text Placeholder 3" descr="Tekst">
            <a:extLst>
              <a:ext uri="{FF2B5EF4-FFF2-40B4-BE49-F238E27FC236}">
                <a16:creationId xmlns:a16="http://schemas.microsoft.com/office/drawing/2014/main" id="{9E70E2D9-947E-D983-EEAB-7EC6E1287B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177" y="1847145"/>
            <a:ext cx="5369985" cy="402978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F2060B4-46E0-E072-4F63-2B630FC63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825113"/>
            <a:ext cx="5605953" cy="4051811"/>
          </a:xfrm>
          <a:prstGeom prst="roundRect">
            <a:avLst>
              <a:gd name="adj" fmla="val 21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/>
          <a:lstStyle>
            <a:lvl1pPr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02B4693-9882-CCB5-B70A-DE37262A43A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2867264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77" y="285704"/>
            <a:ext cx="5369985" cy="115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2" name="Subtitle 2" descr="Ondertitel">
            <a:extLst>
              <a:ext uri="{FF2B5EF4-FFF2-40B4-BE49-F238E27FC236}">
                <a16:creationId xmlns:a16="http://schemas.microsoft.com/office/drawing/2014/main" id="{16740DE3-CFE9-2495-1C6A-7E587D2A08E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1451152"/>
            <a:ext cx="5369985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Text Placeholder 3" descr="Tekst">
            <a:extLst>
              <a:ext uri="{FF2B5EF4-FFF2-40B4-BE49-F238E27FC236}">
                <a16:creationId xmlns:a16="http://schemas.microsoft.com/office/drawing/2014/main" id="{9E70E2D9-947E-D983-EEAB-7EC6E1287B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177" y="2292724"/>
            <a:ext cx="5369985" cy="3584201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F2060B4-46E0-E072-4F63-2B630FC63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415925"/>
            <a:ext cx="5605953" cy="5461000"/>
          </a:xfrm>
          <a:prstGeom prst="roundRect">
            <a:avLst>
              <a:gd name="adj" fmla="val 16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 rIns="72000"/>
          <a:lstStyle>
            <a:lvl1pPr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F8A7090B-D22A-7BEA-33ED-E4F3D1D634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766657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 descr="Ondertitel">
            <a:extLst>
              <a:ext uri="{FF2B5EF4-FFF2-40B4-BE49-F238E27FC236}">
                <a16:creationId xmlns:a16="http://schemas.microsoft.com/office/drawing/2014/main" id="{93211704-C482-7929-E6C9-9294526CCF2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Text Placeholder 3" descr="Tekst">
            <a:extLst>
              <a:ext uri="{FF2B5EF4-FFF2-40B4-BE49-F238E27FC236}">
                <a16:creationId xmlns:a16="http://schemas.microsoft.com/office/drawing/2014/main" id="{0D954091-86F0-6C5E-2185-F21BA1B76A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177" y="1847145"/>
            <a:ext cx="3586453" cy="402978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F2060B4-46E0-E072-4F63-2B630FC6359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19338" y="1825113"/>
            <a:ext cx="7382616" cy="4051811"/>
          </a:xfrm>
          <a:prstGeom prst="roundRect">
            <a:avLst>
              <a:gd name="adj" fmla="val 205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/>
          <a:lstStyle>
            <a:lvl1pPr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CCE9BDD-631B-982A-9F65-A15EA2B9BEA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4198775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" name="Subtitle 2" descr="Ondertitel">
            <a:extLst>
              <a:ext uri="{FF2B5EF4-FFF2-40B4-BE49-F238E27FC236}">
                <a16:creationId xmlns:a16="http://schemas.microsoft.com/office/drawing/2014/main" id="{DAC4009B-B7AA-07FC-C343-3711B244703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F2060B4-46E0-E072-4F63-2B630FC63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6150" y="1825113"/>
            <a:ext cx="11220076" cy="4051811"/>
          </a:xfrm>
          <a:prstGeom prst="roundRect">
            <a:avLst>
              <a:gd name="adj" fmla="val 21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 rIns="72000"/>
          <a:lstStyle>
            <a:lvl1pPr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747E7A22-C4FA-CBA8-0B6F-3CBF064E6B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20DBFA-6607-4B84-AA0E-8FB85D9E5404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41056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 descr="Ondertitel">
            <a:extLst>
              <a:ext uri="{FF2B5EF4-FFF2-40B4-BE49-F238E27FC236}">
                <a16:creationId xmlns:a16="http://schemas.microsoft.com/office/drawing/2014/main" id="{84EFE3F2-2331-458B-6ABD-2B3DB65C456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246EACC-42B0-7CF8-B1DD-EB4C2BDEDD9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6150" y="1825113"/>
            <a:ext cx="5472000" cy="4051811"/>
          </a:xfrm>
          <a:prstGeom prst="roundRect">
            <a:avLst>
              <a:gd name="adj" fmla="val 205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/>
          <a:lstStyle>
            <a:lvl1pPr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8A89AC82-3F1B-6424-27D3-69B5D8A50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33315" y="1825113"/>
            <a:ext cx="5472000" cy="4051811"/>
          </a:xfrm>
          <a:prstGeom prst="roundRect">
            <a:avLst>
              <a:gd name="adj" fmla="val 21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/>
          <a:lstStyle>
            <a:lvl1pPr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D4A6A03-F91B-5B02-DE6B-483E736C0A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20DBFA-6607-4B84-AA0E-8FB85D9E5404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56508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wo larg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246EACC-42B0-7CF8-B1DD-EB4C2BDED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6150" y="415925"/>
            <a:ext cx="5472000" cy="5461000"/>
          </a:xfrm>
          <a:prstGeom prst="roundRect">
            <a:avLst>
              <a:gd name="adj" fmla="val 1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/>
          <a:lstStyle>
            <a:lvl1pPr>
              <a:defRPr sz="13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8A89AC82-3F1B-6424-27D3-69B5D8A50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33315" y="415924"/>
            <a:ext cx="5472000" cy="5460629"/>
          </a:xfrm>
          <a:prstGeom prst="roundRect">
            <a:avLst>
              <a:gd name="adj" fmla="val 14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/>
          <a:lstStyle>
            <a:lvl1pPr>
              <a:defRPr sz="13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8D5B733-75CC-6E11-DD6E-A722537EFA5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20DBFA-6607-4B84-AA0E-8FB85D9E5404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88794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E3A1EA8-92BC-C4F6-9D67-326F6E71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1999" cy="6857999"/>
          </a:xfrm>
          <a:solidFill>
            <a:schemeClr val="bg1">
              <a:lumMod val="95000"/>
            </a:schemeClr>
          </a:solidFill>
        </p:spPr>
        <p:txBody>
          <a:bodyPr lIns="468000" anchor="ctr" anchorCtr="0"/>
          <a:lstStyle>
            <a:lvl1pPr algn="l">
              <a:defRPr sz="1300"/>
            </a:lvl1pPr>
          </a:lstStyle>
          <a:p>
            <a:r>
              <a:rPr lang="en-GB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619051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image with title abo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E3A1EA8-92BC-C4F6-9D67-326F6E71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1999" cy="6857999"/>
          </a:xfrm>
          <a:solidFill>
            <a:schemeClr val="bg1">
              <a:lumMod val="95000"/>
            </a:schemeClr>
          </a:solidFill>
        </p:spPr>
        <p:txBody>
          <a:bodyPr lIns="468000" anchor="ctr" anchorCtr="0"/>
          <a:lstStyle>
            <a:lvl1pPr algn="l"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5" name="Title 1" descr="Titel">
            <a:extLst>
              <a:ext uri="{FF2B5EF4-FFF2-40B4-BE49-F238E27FC236}">
                <a16:creationId xmlns:a16="http://schemas.microsoft.com/office/drawing/2014/main" id="{5E3E06CD-2EA8-113D-6AEB-238A812E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311" y="422649"/>
            <a:ext cx="11235264" cy="1150657"/>
          </a:xfrm>
          <a:prstGeom prst="roundRect">
            <a:avLst>
              <a:gd name="adj" fmla="val 10267"/>
            </a:avLst>
          </a:prstGeom>
          <a:solidFill>
            <a:schemeClr val="tx2"/>
          </a:solidFill>
          <a:ln>
            <a:noFill/>
          </a:ln>
        </p:spPr>
        <p:txBody>
          <a:bodyPr lIns="72000" tIns="252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9" name="Subtitle 2" descr="Ondertitel">
            <a:extLst>
              <a:ext uri="{FF2B5EF4-FFF2-40B4-BE49-F238E27FC236}">
                <a16:creationId xmlns:a16="http://schemas.microsoft.com/office/drawing/2014/main" id="{BFED3657-4621-6EED-3EE5-B9DB8337902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9769" y="1064792"/>
            <a:ext cx="11132107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8634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image with title 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E3A1EA8-92BC-C4F6-9D67-326F6E71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1999" cy="6857999"/>
          </a:xfrm>
          <a:solidFill>
            <a:schemeClr val="bg1">
              <a:lumMod val="95000"/>
            </a:schemeClr>
          </a:solidFill>
        </p:spPr>
        <p:txBody>
          <a:bodyPr lIns="468000" anchor="ctr" anchorCtr="0"/>
          <a:lstStyle>
            <a:lvl1pPr algn="l"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3" name="Title 1" descr="Titel">
            <a:extLst>
              <a:ext uri="{FF2B5EF4-FFF2-40B4-BE49-F238E27FC236}">
                <a16:creationId xmlns:a16="http://schemas.microsoft.com/office/drawing/2014/main" id="{F3C5F99C-EFE1-4096-1802-EDBC224FD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311" y="5230800"/>
            <a:ext cx="11235264" cy="1150657"/>
          </a:xfrm>
          <a:prstGeom prst="roundRect">
            <a:avLst>
              <a:gd name="adj" fmla="val 10267"/>
            </a:avLst>
          </a:prstGeom>
          <a:solidFill>
            <a:schemeClr val="tx2"/>
          </a:solidFill>
          <a:ln>
            <a:noFill/>
          </a:ln>
        </p:spPr>
        <p:txBody>
          <a:bodyPr lIns="72000" tIns="252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9" name="Subtitle 2" descr="Ondertitel">
            <a:extLst>
              <a:ext uri="{FF2B5EF4-FFF2-40B4-BE49-F238E27FC236}">
                <a16:creationId xmlns:a16="http://schemas.microsoft.com/office/drawing/2014/main" id="{BFED3657-4621-6EED-3EE5-B9DB8337902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9769" y="5878830"/>
            <a:ext cx="11132107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88646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Titel">
            <a:extLst>
              <a:ext uri="{FF2B5EF4-FFF2-40B4-BE49-F238E27FC236}">
                <a16:creationId xmlns:a16="http://schemas.microsoft.com/office/drawing/2014/main" id="{667013FC-FC5C-AEF4-41CF-9067A5BE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7" name="Subtitle 2" descr="Ondertitel">
            <a:extLst>
              <a:ext uri="{FF2B5EF4-FFF2-40B4-BE49-F238E27FC236}">
                <a16:creationId xmlns:a16="http://schemas.microsoft.com/office/drawing/2014/main" id="{88E37CE5-2FEC-6892-D6E5-380CF7F633C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AC34EFC3-EA94-CAF8-0542-A5DCFE86B8E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4583" y="1843557"/>
            <a:ext cx="3528000" cy="2638749"/>
          </a:xfrm>
          <a:prstGeom prst="roundRect">
            <a:avLst>
              <a:gd name="adj" fmla="val 336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/>
          <a:lstStyle>
            <a:lvl1pPr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12" name="Text Placeholder 11" descr="Tekst">
            <a:extLst>
              <a:ext uri="{FF2B5EF4-FFF2-40B4-BE49-F238E27FC236}">
                <a16:creationId xmlns:a16="http://schemas.microsoft.com/office/drawing/2014/main" id="{2BB94795-695D-EAD7-0ED2-3D0547E917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4702" y="4841915"/>
            <a:ext cx="3615040" cy="1035010"/>
          </a:xfrm>
        </p:spPr>
        <p:txBody>
          <a:bodyPr/>
          <a:lstStyle>
            <a:lvl1pPr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EEDBDD11-C301-3E50-DA55-690AB0845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32683" y="1843557"/>
            <a:ext cx="3528000" cy="2638749"/>
          </a:xfrm>
          <a:prstGeom prst="roundRect">
            <a:avLst>
              <a:gd name="adj" fmla="val 336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/>
          <a:lstStyle>
            <a:lvl1pPr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9" name="Text Placeholder 11" descr="Tekst">
            <a:extLst>
              <a:ext uri="{FF2B5EF4-FFF2-40B4-BE49-F238E27FC236}">
                <a16:creationId xmlns:a16="http://schemas.microsoft.com/office/drawing/2014/main" id="{2E1DF8E7-57B0-12DB-854E-123B498E83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59223" y="4841915"/>
            <a:ext cx="3615040" cy="1035010"/>
          </a:xfrm>
        </p:spPr>
        <p:txBody>
          <a:bodyPr/>
          <a:lstStyle>
            <a:lvl1pPr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6ED6FF48-5833-C668-2569-048BFBE5E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80783" y="1843557"/>
            <a:ext cx="3528000" cy="2638749"/>
          </a:xfrm>
          <a:prstGeom prst="roundRect">
            <a:avLst>
              <a:gd name="adj" fmla="val 336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216000" tIns="180000"/>
          <a:lstStyle>
            <a:lvl1pPr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19" name="Text Placeholder 11" descr="Tekst">
            <a:extLst>
              <a:ext uri="{FF2B5EF4-FFF2-40B4-BE49-F238E27FC236}">
                <a16:creationId xmlns:a16="http://schemas.microsoft.com/office/drawing/2014/main" id="{3EAFC280-9AF8-F350-608A-ADAE66F32C6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93743" y="4841915"/>
            <a:ext cx="3615040" cy="1035010"/>
          </a:xfrm>
        </p:spPr>
        <p:txBody>
          <a:bodyPr/>
          <a:lstStyle>
            <a:lvl1pPr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4461DDD-73B8-7AC8-D104-C8B22B6BFD3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496941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Titel">
            <a:extLst>
              <a:ext uri="{FF2B5EF4-FFF2-40B4-BE49-F238E27FC236}">
                <a16:creationId xmlns:a16="http://schemas.microsoft.com/office/drawing/2014/main" id="{667013FC-FC5C-AEF4-41CF-9067A5BE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5" name="Subtitle 2" descr="Ondertitel">
            <a:extLst>
              <a:ext uri="{FF2B5EF4-FFF2-40B4-BE49-F238E27FC236}">
                <a16:creationId xmlns:a16="http://schemas.microsoft.com/office/drawing/2014/main" id="{99DA5FF2-6CA3-C038-DDD3-F7B60FEBF2A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F074D83-AAE3-4FE1-F61A-5AA6B1FDB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9423" y="1771648"/>
            <a:ext cx="2530800" cy="25308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12" name="Text Placeholder 11" descr="Tekst">
            <a:extLst>
              <a:ext uri="{FF2B5EF4-FFF2-40B4-BE49-F238E27FC236}">
                <a16:creationId xmlns:a16="http://schemas.microsoft.com/office/drawing/2014/main" id="{2BB94795-695D-EAD7-0ED2-3D0547E917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4702" y="4572000"/>
            <a:ext cx="2622205" cy="1304925"/>
          </a:xfrm>
        </p:spPr>
        <p:txBody>
          <a:bodyPr/>
          <a:lstStyle>
            <a:lvl1pPr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4C891DD3-C756-C1A7-E833-E0A13A8DA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3336923" y="1771648"/>
            <a:ext cx="2530800" cy="25308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14" name="Text Placeholder 11" descr="Tekst">
            <a:extLst>
              <a:ext uri="{FF2B5EF4-FFF2-40B4-BE49-F238E27FC236}">
                <a16:creationId xmlns:a16="http://schemas.microsoft.com/office/drawing/2014/main" id="{804C6CB1-29EA-7274-AA74-37A2333169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69974" y="4572000"/>
            <a:ext cx="2622205" cy="1304925"/>
          </a:xfrm>
        </p:spPr>
        <p:txBody>
          <a:bodyPr/>
          <a:lstStyle>
            <a:lvl1pPr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A4D170-B90A-B7FD-455D-757A2C270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6194423" y="1771648"/>
            <a:ext cx="2530800" cy="25308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16" name="Text Placeholder 11" descr="Tekst">
            <a:extLst>
              <a:ext uri="{FF2B5EF4-FFF2-40B4-BE49-F238E27FC236}">
                <a16:creationId xmlns:a16="http://schemas.microsoft.com/office/drawing/2014/main" id="{973D9BFF-5875-63A2-5C4B-4070ED6E9D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5246" y="4572000"/>
            <a:ext cx="2622205" cy="1304925"/>
          </a:xfrm>
        </p:spPr>
        <p:txBody>
          <a:bodyPr/>
          <a:lstStyle>
            <a:lvl1pPr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382862EF-67DC-8210-BB2B-7A9EE38F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9051923" y="1771648"/>
            <a:ext cx="2530800" cy="25308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18" name="Text Placeholder 11" descr="Tekst">
            <a:extLst>
              <a:ext uri="{FF2B5EF4-FFF2-40B4-BE49-F238E27FC236}">
                <a16:creationId xmlns:a16="http://schemas.microsoft.com/office/drawing/2014/main" id="{E180AC81-FD28-ED2B-48AA-EF3C2515FA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60518" y="4572000"/>
            <a:ext cx="2622205" cy="1304925"/>
          </a:xfrm>
        </p:spPr>
        <p:txBody>
          <a:bodyPr/>
          <a:lstStyle>
            <a:lvl1pPr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C61F31-45BA-BA29-67ED-B4E9AF413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1708120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 descr="Ondertitel">
            <a:extLst>
              <a:ext uri="{FF2B5EF4-FFF2-40B4-BE49-F238E27FC236}">
                <a16:creationId xmlns:a16="http://schemas.microsoft.com/office/drawing/2014/main" id="{1B5DC6FD-F914-2EC2-EAEE-636119E7044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Text Placeholder 3" descr="Tekst">
            <a:extLst>
              <a:ext uri="{FF2B5EF4-FFF2-40B4-BE49-F238E27FC236}">
                <a16:creationId xmlns:a16="http://schemas.microsoft.com/office/drawing/2014/main" id="{9E70E2D9-947E-D983-EEAB-7EC6E1287B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177" y="1847145"/>
            <a:ext cx="5369985" cy="402978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Chart Placeholder 4" descr="Grafiek">
            <a:extLst>
              <a:ext uri="{FF2B5EF4-FFF2-40B4-BE49-F238E27FC236}">
                <a16:creationId xmlns:a16="http://schemas.microsoft.com/office/drawing/2014/main" id="{EFEDA85B-2282-7E7F-AD8E-F887A220C06E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009430" y="1847145"/>
            <a:ext cx="5371200" cy="4029780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GB" noProof="0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B3D62CF8-7293-D6DA-73FA-7DC9E4CCB4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458465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" name="Subtitle 2" descr="Ondertitel">
            <a:extLst>
              <a:ext uri="{FF2B5EF4-FFF2-40B4-BE49-F238E27FC236}">
                <a16:creationId xmlns:a16="http://schemas.microsoft.com/office/drawing/2014/main" id="{1B876E92-A21F-2439-B8CC-A530698BA158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2" name="Chart Placeholder 4" descr="Grafiek">
            <a:extLst>
              <a:ext uri="{FF2B5EF4-FFF2-40B4-BE49-F238E27FC236}">
                <a16:creationId xmlns:a16="http://schemas.microsoft.com/office/drawing/2014/main" id="{A6AB0B3F-FA9B-91F9-7026-297880F38D02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15177" y="1846800"/>
            <a:ext cx="10992612" cy="403012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GB" noProof="0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F99599B-595F-2D07-F001-385C2F32A6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3052612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5" name="Subtitle 2" descr="Ondertitel">
            <a:extLst>
              <a:ext uri="{FF2B5EF4-FFF2-40B4-BE49-F238E27FC236}">
                <a16:creationId xmlns:a16="http://schemas.microsoft.com/office/drawing/2014/main" id="{2C3B6F04-37F0-143C-B46C-8280E305BE3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Text Placeholder 3" descr="Tekst">
            <a:extLst>
              <a:ext uri="{FF2B5EF4-FFF2-40B4-BE49-F238E27FC236}">
                <a16:creationId xmlns:a16="http://schemas.microsoft.com/office/drawing/2014/main" id="{9E70E2D9-947E-D983-EEAB-7EC6E1287B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177" y="1847145"/>
            <a:ext cx="5369985" cy="402978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able Placeholder 2" descr="Tabel">
            <a:extLst>
              <a:ext uri="{FF2B5EF4-FFF2-40B4-BE49-F238E27FC236}">
                <a16:creationId xmlns:a16="http://schemas.microsoft.com/office/drawing/2014/main" id="{2ECF9D98-52D9-5E04-92FB-A8C6DDE9DCA6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6009430" y="1846800"/>
            <a:ext cx="5371200" cy="4029780"/>
          </a:xfrm>
        </p:spPr>
        <p:txBody>
          <a:bodyPr/>
          <a:lstStyle/>
          <a:p>
            <a:r>
              <a:rPr lang="en-US" noProof="0"/>
              <a:t>Click icon to add table</a:t>
            </a:r>
            <a:endParaRPr lang="en-GB" noProof="0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0F48F06-10C3-CB50-A0F1-B450109902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3277807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" name="Subtitle 2" descr="Ondertitel">
            <a:extLst>
              <a:ext uri="{FF2B5EF4-FFF2-40B4-BE49-F238E27FC236}">
                <a16:creationId xmlns:a16="http://schemas.microsoft.com/office/drawing/2014/main" id="{EB7BFD03-7978-32A8-A397-75EF4A8C5FF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Table Placeholder 2" descr="Tabel">
            <a:extLst>
              <a:ext uri="{FF2B5EF4-FFF2-40B4-BE49-F238E27FC236}">
                <a16:creationId xmlns:a16="http://schemas.microsoft.com/office/drawing/2014/main" id="{2ECF9D98-52D9-5E04-92FB-A8C6DDE9DCA6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415177" y="1846800"/>
            <a:ext cx="10994400" cy="4030125"/>
          </a:xfrm>
        </p:spPr>
        <p:txBody>
          <a:bodyPr/>
          <a:lstStyle/>
          <a:p>
            <a:r>
              <a:rPr lang="en-US" noProof="0"/>
              <a:t>Click icon to add table</a:t>
            </a:r>
            <a:endParaRPr lang="en-GB" noProof="0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C5BB7C0-C495-E86D-72A0-AF5CE85536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846404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 descr="Ondertitel">
            <a:extLst>
              <a:ext uri="{FF2B5EF4-FFF2-40B4-BE49-F238E27FC236}">
                <a16:creationId xmlns:a16="http://schemas.microsoft.com/office/drawing/2014/main" id="{3464B877-A53C-6CBD-3575-4F9CED1E2E8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Text Placeholder 3" descr="Tekst">
            <a:extLst>
              <a:ext uri="{FF2B5EF4-FFF2-40B4-BE49-F238E27FC236}">
                <a16:creationId xmlns:a16="http://schemas.microsoft.com/office/drawing/2014/main" id="{9E70E2D9-947E-D983-EEAB-7EC6E1287B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177" y="1847145"/>
            <a:ext cx="5369985" cy="402978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Media Placeholder 4" descr="Video">
            <a:extLst>
              <a:ext uri="{FF2B5EF4-FFF2-40B4-BE49-F238E27FC236}">
                <a16:creationId xmlns:a16="http://schemas.microsoft.com/office/drawing/2014/main" id="{849BCDC9-6F94-EEDA-E720-C9C60FB2DE78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6009430" y="1846800"/>
            <a:ext cx="5371200" cy="4030125"/>
          </a:xfrm>
        </p:spPr>
        <p:txBody>
          <a:bodyPr/>
          <a:lstStyle/>
          <a:p>
            <a:r>
              <a:rPr lang="en-US" noProof="0"/>
              <a:t>Click icon to add media</a:t>
            </a:r>
            <a:endParaRPr lang="en-GB" noProof="0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BCF0C32D-61CA-7857-02A3-7313615CA8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3951341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variou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77" y="285705"/>
            <a:ext cx="10515600" cy="601801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5" name="Subtitle 2" descr="Ondertitel">
            <a:extLst>
              <a:ext uri="{FF2B5EF4-FFF2-40B4-BE49-F238E27FC236}">
                <a16:creationId xmlns:a16="http://schemas.microsoft.com/office/drawing/2014/main" id="{0EE56051-A9C3-BAAB-6BA3-7434BBD37E0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Text Placeholder 3" descr="Tekst">
            <a:extLst>
              <a:ext uri="{FF2B5EF4-FFF2-40B4-BE49-F238E27FC236}">
                <a16:creationId xmlns:a16="http://schemas.microsoft.com/office/drawing/2014/main" id="{9E70E2D9-947E-D983-EEAB-7EC6E1287B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177" y="1847145"/>
            <a:ext cx="5369985" cy="402978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ontent Placeholder 2" descr="Algemene inhoud">
            <a:extLst>
              <a:ext uri="{FF2B5EF4-FFF2-40B4-BE49-F238E27FC236}">
                <a16:creationId xmlns:a16="http://schemas.microsoft.com/office/drawing/2014/main" id="{B915847B-68EE-0F0D-6E51-B97E91F01C1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09430" y="1846800"/>
            <a:ext cx="5371200" cy="40301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B063E99-B331-58D0-7353-0E264604C0B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842915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 descr="Ondertitel">
            <a:extLst>
              <a:ext uri="{FF2B5EF4-FFF2-40B4-BE49-F238E27FC236}">
                <a16:creationId xmlns:a16="http://schemas.microsoft.com/office/drawing/2014/main" id="{A76167EB-469D-EEEC-DEBA-4E9E1D6D82D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15177" y="907676"/>
            <a:ext cx="10515600" cy="403411"/>
          </a:xfrm>
        </p:spPr>
        <p:txBody>
          <a:bodyPr lIns="68400" tIns="36000"/>
          <a:lstStyle>
            <a:lvl1pPr marL="0" indent="0" algn="l">
              <a:buNone/>
              <a:defRPr sz="1900" b="1">
                <a:solidFill>
                  <a:srgbClr val="008A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5" name="SmartArt Placeholder 4" descr="SmartArt">
            <a:extLst>
              <a:ext uri="{FF2B5EF4-FFF2-40B4-BE49-F238E27FC236}">
                <a16:creationId xmlns:a16="http://schemas.microsoft.com/office/drawing/2014/main" id="{5BE60310-3247-C92A-6D65-4335C828B0F8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415177" y="1846800"/>
            <a:ext cx="10994400" cy="4030125"/>
          </a:xfrm>
        </p:spPr>
        <p:txBody>
          <a:bodyPr/>
          <a:lstStyle/>
          <a:p>
            <a:r>
              <a:rPr lang="en-US" noProof="0"/>
              <a:t>Click icon to add SmartArt graphic</a:t>
            </a:r>
            <a:endParaRPr lang="en-GB" noProof="0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FAB842A9-5A8A-BBFF-5236-98BC4DAE8E0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940384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77" y="285704"/>
            <a:ext cx="5369985" cy="115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" name="Text Placeholder 3" descr="Tekst">
            <a:extLst>
              <a:ext uri="{FF2B5EF4-FFF2-40B4-BE49-F238E27FC236}">
                <a16:creationId xmlns:a16="http://schemas.microsoft.com/office/drawing/2014/main" id="{9E70E2D9-947E-D983-EEAB-7EC6E1287B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177" y="1857376"/>
            <a:ext cx="5369985" cy="284797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F2060B4-46E0-E072-4F63-2B630FC63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59425" y="422925"/>
            <a:ext cx="5446800" cy="54468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180000"/>
          <a:lstStyle>
            <a:lvl1pPr algn="ctr"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BFCBDB9-EFAD-F5E7-6660-824C3FF39D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‹#›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4072126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ith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descr="Titel">
            <a:extLst>
              <a:ext uri="{FF2B5EF4-FFF2-40B4-BE49-F238E27FC236}">
                <a16:creationId xmlns:a16="http://schemas.microsoft.com/office/drawing/2014/main" id="{8E020B2F-3A2C-25F2-F6F5-C7A763A0B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77" y="285704"/>
            <a:ext cx="5369985" cy="115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" name="Text Placeholder 3" descr="Tekst">
            <a:extLst>
              <a:ext uri="{FF2B5EF4-FFF2-40B4-BE49-F238E27FC236}">
                <a16:creationId xmlns:a16="http://schemas.microsoft.com/office/drawing/2014/main" id="{9E70E2D9-947E-D983-EEAB-7EC6E1287B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177" y="1857376"/>
            <a:ext cx="5369985" cy="284797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42" name="Groep 41" descr="Wageningen University &amp; Research">
            <a:extLst>
              <a:ext uri="{FF2B5EF4-FFF2-40B4-BE49-F238E27FC236}">
                <a16:creationId xmlns:a16="http://schemas.microsoft.com/office/drawing/2014/main" id="{B8C7AAB4-F8C7-20AD-A576-54C3309135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483191" y="6087713"/>
            <a:ext cx="11223034" cy="586800"/>
            <a:chOff x="483191" y="6087713"/>
            <a:chExt cx="11223034" cy="586800"/>
          </a:xfrm>
        </p:grpSpPr>
        <p:sp>
          <p:nvSpPr>
            <p:cNvPr id="6" name="Rechthoek: afgeronde hoeken 6">
              <a:extLst>
                <a:ext uri="{FF2B5EF4-FFF2-40B4-BE49-F238E27FC236}">
                  <a16:creationId xmlns:a16="http://schemas.microsoft.com/office/drawing/2014/main" id="{5091D388-9403-878E-EE77-30E350F1FB0C}"/>
                </a:ext>
              </a:extLst>
            </p:cNvPr>
            <p:cNvSpPr>
              <a:spLocks/>
            </p:cNvSpPr>
            <p:nvPr userDrawn="1"/>
          </p:nvSpPr>
          <p:spPr>
            <a:xfrm>
              <a:off x="483191" y="6087713"/>
              <a:ext cx="11223034" cy="586800"/>
            </a:xfrm>
            <a:prstGeom prst="roundRect">
              <a:avLst>
                <a:gd name="adj" fmla="val 18452"/>
              </a:avLst>
            </a:prstGeom>
            <a:solidFill>
              <a:schemeClr val="bg1"/>
            </a:solidFill>
            <a:ln w="16891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grpSp>
          <p:nvGrpSpPr>
            <p:cNvPr id="41" name="Groep 40">
              <a:extLst>
                <a:ext uri="{FF2B5EF4-FFF2-40B4-BE49-F238E27FC236}">
                  <a16:creationId xmlns:a16="http://schemas.microsoft.com/office/drawing/2014/main" id="{C221355C-FC98-8B84-CFE0-3570FE61F938}"/>
                </a:ext>
              </a:extLst>
            </p:cNvPr>
            <p:cNvGrpSpPr/>
            <p:nvPr userDrawn="1"/>
          </p:nvGrpSpPr>
          <p:grpSpPr>
            <a:xfrm>
              <a:off x="599510" y="6220796"/>
              <a:ext cx="1643064" cy="314166"/>
              <a:chOff x="703902" y="5353167"/>
              <a:chExt cx="1654081" cy="316273"/>
            </a:xfrm>
          </p:grpSpPr>
          <p:sp>
            <p:nvSpPr>
              <p:cNvPr id="10" name="Vrije vorm: vorm 9">
                <a:extLst>
                  <a:ext uri="{FF2B5EF4-FFF2-40B4-BE49-F238E27FC236}">
                    <a16:creationId xmlns:a16="http://schemas.microsoft.com/office/drawing/2014/main" id="{6AB4901A-8B6C-6F7B-2E15-A4238296B07C}"/>
                  </a:ext>
                </a:extLst>
              </p:cNvPr>
              <p:cNvSpPr/>
              <p:nvPr/>
            </p:nvSpPr>
            <p:spPr>
              <a:xfrm>
                <a:off x="1203461" y="5383435"/>
                <a:ext cx="123487" cy="80915"/>
              </a:xfrm>
              <a:custGeom>
                <a:avLst/>
                <a:gdLst>
                  <a:gd name="connsiteX0" fmla="*/ 123535 w 123487"/>
                  <a:gd name="connsiteY0" fmla="*/ 666 h 80915"/>
                  <a:gd name="connsiteX1" fmla="*/ 94269 w 123487"/>
                  <a:gd name="connsiteY1" fmla="*/ 81581 h 80915"/>
                  <a:gd name="connsiteX2" fmla="*/ 82630 w 123487"/>
                  <a:gd name="connsiteY2" fmla="*/ 81581 h 80915"/>
                  <a:gd name="connsiteX3" fmla="*/ 61748 w 123487"/>
                  <a:gd name="connsiteY3" fmla="*/ 24226 h 80915"/>
                  <a:gd name="connsiteX4" fmla="*/ 40869 w 123487"/>
                  <a:gd name="connsiteY4" fmla="*/ 81581 h 80915"/>
                  <a:gd name="connsiteX5" fmla="*/ 29315 w 123487"/>
                  <a:gd name="connsiteY5" fmla="*/ 81581 h 80915"/>
                  <a:gd name="connsiteX6" fmla="*/ 47 w 123487"/>
                  <a:gd name="connsiteY6" fmla="*/ 666 h 80915"/>
                  <a:gd name="connsiteX7" fmla="*/ 15709 w 123487"/>
                  <a:gd name="connsiteY7" fmla="*/ 666 h 80915"/>
                  <a:gd name="connsiteX8" fmla="*/ 35134 w 123487"/>
                  <a:gd name="connsiteY8" fmla="*/ 54064 h 80915"/>
                  <a:gd name="connsiteX9" fmla="*/ 54561 w 123487"/>
                  <a:gd name="connsiteY9" fmla="*/ 666 h 80915"/>
                  <a:gd name="connsiteX10" fmla="*/ 69023 w 123487"/>
                  <a:gd name="connsiteY10" fmla="*/ 666 h 80915"/>
                  <a:gd name="connsiteX11" fmla="*/ 88448 w 123487"/>
                  <a:gd name="connsiteY11" fmla="*/ 54064 h 80915"/>
                  <a:gd name="connsiteX12" fmla="*/ 107875 w 123487"/>
                  <a:gd name="connsiteY12" fmla="*/ 666 h 80915"/>
                  <a:gd name="connsiteX13" fmla="*/ 123535 w 123487"/>
                  <a:gd name="connsiteY13" fmla="*/ 666 h 8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487" h="80915">
                    <a:moveTo>
                      <a:pt x="123535" y="666"/>
                    </a:moveTo>
                    <a:lnTo>
                      <a:pt x="94269" y="81581"/>
                    </a:lnTo>
                    <a:lnTo>
                      <a:pt x="82630" y="81581"/>
                    </a:lnTo>
                    <a:lnTo>
                      <a:pt x="61748" y="24226"/>
                    </a:lnTo>
                    <a:cubicBezTo>
                      <a:pt x="54902" y="43058"/>
                      <a:pt x="47543" y="62835"/>
                      <a:pt x="40869" y="81581"/>
                    </a:cubicBezTo>
                    <a:lnTo>
                      <a:pt x="29315" y="81581"/>
                    </a:lnTo>
                    <a:lnTo>
                      <a:pt x="47" y="666"/>
                    </a:lnTo>
                    <a:lnTo>
                      <a:pt x="15709" y="666"/>
                    </a:lnTo>
                    <a:lnTo>
                      <a:pt x="35134" y="54064"/>
                    </a:lnTo>
                    <a:lnTo>
                      <a:pt x="54561" y="666"/>
                    </a:lnTo>
                    <a:lnTo>
                      <a:pt x="69023" y="666"/>
                    </a:lnTo>
                    <a:lnTo>
                      <a:pt x="88448" y="54064"/>
                    </a:lnTo>
                    <a:lnTo>
                      <a:pt x="107875" y="666"/>
                    </a:lnTo>
                    <a:lnTo>
                      <a:pt x="123535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11" name="Vrije vorm: vorm 10">
                <a:extLst>
                  <a:ext uri="{FF2B5EF4-FFF2-40B4-BE49-F238E27FC236}">
                    <a16:creationId xmlns:a16="http://schemas.microsoft.com/office/drawing/2014/main" id="{33095F2D-261F-D4A7-9BAB-E7B9EDF68803}"/>
                  </a:ext>
                </a:extLst>
              </p:cNvPr>
              <p:cNvSpPr/>
              <p:nvPr/>
            </p:nvSpPr>
            <p:spPr>
              <a:xfrm>
                <a:off x="1479364" y="5383348"/>
                <a:ext cx="80526" cy="80915"/>
              </a:xfrm>
              <a:custGeom>
                <a:avLst/>
                <a:gdLst>
                  <a:gd name="connsiteX0" fmla="*/ 80574 w 80526"/>
                  <a:gd name="connsiteY0" fmla="*/ 22593 h 80915"/>
                  <a:gd name="connsiteX1" fmla="*/ 65685 w 80526"/>
                  <a:gd name="connsiteY1" fmla="*/ 22593 h 80915"/>
                  <a:gd name="connsiteX2" fmla="*/ 65685 w 80526"/>
                  <a:gd name="connsiteY2" fmla="*/ 16315 h 80915"/>
                  <a:gd name="connsiteX3" fmla="*/ 64915 w 80526"/>
                  <a:gd name="connsiteY3" fmla="*/ 15542 h 80915"/>
                  <a:gd name="connsiteX4" fmla="*/ 15620 w 80526"/>
                  <a:gd name="connsiteY4" fmla="*/ 15542 h 80915"/>
                  <a:gd name="connsiteX5" fmla="*/ 14850 w 80526"/>
                  <a:gd name="connsiteY5" fmla="*/ 16315 h 80915"/>
                  <a:gd name="connsiteX6" fmla="*/ 14850 w 80526"/>
                  <a:gd name="connsiteY6" fmla="*/ 65931 h 80915"/>
                  <a:gd name="connsiteX7" fmla="*/ 15620 w 80526"/>
                  <a:gd name="connsiteY7" fmla="*/ 66705 h 80915"/>
                  <a:gd name="connsiteX8" fmla="*/ 64915 w 80526"/>
                  <a:gd name="connsiteY8" fmla="*/ 66705 h 80915"/>
                  <a:gd name="connsiteX9" fmla="*/ 65685 w 80526"/>
                  <a:gd name="connsiteY9" fmla="*/ 65931 h 80915"/>
                  <a:gd name="connsiteX10" fmla="*/ 65685 w 80526"/>
                  <a:gd name="connsiteY10" fmla="*/ 50625 h 80915"/>
                  <a:gd name="connsiteX11" fmla="*/ 47457 w 80526"/>
                  <a:gd name="connsiteY11" fmla="*/ 50625 h 80915"/>
                  <a:gd name="connsiteX12" fmla="*/ 47457 w 80526"/>
                  <a:gd name="connsiteY12" fmla="*/ 35835 h 80915"/>
                  <a:gd name="connsiteX13" fmla="*/ 80574 w 80526"/>
                  <a:gd name="connsiteY13" fmla="*/ 35835 h 80915"/>
                  <a:gd name="connsiteX14" fmla="*/ 80574 w 80526"/>
                  <a:gd name="connsiteY14" fmla="*/ 65931 h 80915"/>
                  <a:gd name="connsiteX15" fmla="*/ 64915 w 80526"/>
                  <a:gd name="connsiteY15" fmla="*/ 81581 h 80915"/>
                  <a:gd name="connsiteX16" fmla="*/ 15620 w 80526"/>
                  <a:gd name="connsiteY16" fmla="*/ 81581 h 80915"/>
                  <a:gd name="connsiteX17" fmla="*/ 47 w 80526"/>
                  <a:gd name="connsiteY17" fmla="*/ 65931 h 80915"/>
                  <a:gd name="connsiteX18" fmla="*/ 47 w 80526"/>
                  <a:gd name="connsiteY18" fmla="*/ 16315 h 80915"/>
                  <a:gd name="connsiteX19" fmla="*/ 15620 w 80526"/>
                  <a:gd name="connsiteY19" fmla="*/ 666 h 80915"/>
                  <a:gd name="connsiteX20" fmla="*/ 64915 w 80526"/>
                  <a:gd name="connsiteY20" fmla="*/ 666 h 80915"/>
                  <a:gd name="connsiteX21" fmla="*/ 80574 w 80526"/>
                  <a:gd name="connsiteY21" fmla="*/ 16315 h 80915"/>
                  <a:gd name="connsiteX22" fmla="*/ 80574 w 80526"/>
                  <a:gd name="connsiteY22" fmla="*/ 22593 h 8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0526" h="80915">
                    <a:moveTo>
                      <a:pt x="80574" y="22593"/>
                    </a:moveTo>
                    <a:lnTo>
                      <a:pt x="65685" y="22593"/>
                    </a:lnTo>
                    <a:lnTo>
                      <a:pt x="65685" y="16315"/>
                    </a:lnTo>
                    <a:cubicBezTo>
                      <a:pt x="65685" y="15886"/>
                      <a:pt x="65341" y="15542"/>
                      <a:pt x="64915" y="15542"/>
                    </a:cubicBezTo>
                    <a:lnTo>
                      <a:pt x="15620" y="15542"/>
                    </a:lnTo>
                    <a:cubicBezTo>
                      <a:pt x="15194" y="15542"/>
                      <a:pt x="14850" y="15886"/>
                      <a:pt x="14850" y="16315"/>
                    </a:cubicBezTo>
                    <a:lnTo>
                      <a:pt x="14850" y="65931"/>
                    </a:lnTo>
                    <a:cubicBezTo>
                      <a:pt x="14850" y="66361"/>
                      <a:pt x="15194" y="66705"/>
                      <a:pt x="15620" y="66705"/>
                    </a:cubicBezTo>
                    <a:lnTo>
                      <a:pt x="64915" y="66705"/>
                    </a:lnTo>
                    <a:cubicBezTo>
                      <a:pt x="65341" y="66705"/>
                      <a:pt x="65685" y="66361"/>
                      <a:pt x="65685" y="65931"/>
                    </a:cubicBezTo>
                    <a:lnTo>
                      <a:pt x="65685" y="50625"/>
                    </a:lnTo>
                    <a:lnTo>
                      <a:pt x="47457" y="50625"/>
                    </a:lnTo>
                    <a:lnTo>
                      <a:pt x="47457" y="35835"/>
                    </a:lnTo>
                    <a:lnTo>
                      <a:pt x="80574" y="35835"/>
                    </a:lnTo>
                    <a:lnTo>
                      <a:pt x="80574" y="65931"/>
                    </a:lnTo>
                    <a:cubicBezTo>
                      <a:pt x="80574" y="74616"/>
                      <a:pt x="73556" y="81581"/>
                      <a:pt x="64915" y="81581"/>
                    </a:cubicBezTo>
                    <a:lnTo>
                      <a:pt x="15620" y="81581"/>
                    </a:lnTo>
                    <a:cubicBezTo>
                      <a:pt x="6979" y="81581"/>
                      <a:pt x="47" y="74616"/>
                      <a:pt x="47" y="65931"/>
                    </a:cubicBezTo>
                    <a:lnTo>
                      <a:pt x="47" y="16315"/>
                    </a:lnTo>
                    <a:cubicBezTo>
                      <a:pt x="47" y="7631"/>
                      <a:pt x="6979" y="666"/>
                      <a:pt x="15620" y="666"/>
                    </a:cubicBezTo>
                    <a:lnTo>
                      <a:pt x="64915" y="666"/>
                    </a:lnTo>
                    <a:cubicBezTo>
                      <a:pt x="73556" y="666"/>
                      <a:pt x="80574" y="7631"/>
                      <a:pt x="80574" y="16315"/>
                    </a:cubicBezTo>
                    <a:lnTo>
                      <a:pt x="80574" y="22593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12" name="Vrije vorm: vorm 11">
                <a:extLst>
                  <a:ext uri="{FF2B5EF4-FFF2-40B4-BE49-F238E27FC236}">
                    <a16:creationId xmlns:a16="http://schemas.microsoft.com/office/drawing/2014/main" id="{C8816DEF-2245-4D23-80DE-F8ECB64D4E6E}"/>
                  </a:ext>
                </a:extLst>
              </p:cNvPr>
              <p:cNvSpPr/>
              <p:nvPr/>
            </p:nvSpPr>
            <p:spPr>
              <a:xfrm>
                <a:off x="1607043" y="5383435"/>
                <a:ext cx="74024" cy="80829"/>
              </a:xfrm>
              <a:custGeom>
                <a:avLst/>
                <a:gdLst>
                  <a:gd name="connsiteX0" fmla="*/ 74071 w 74024"/>
                  <a:gd name="connsiteY0" fmla="*/ 15456 h 80829"/>
                  <a:gd name="connsiteX1" fmla="*/ 14939 w 74024"/>
                  <a:gd name="connsiteY1" fmla="*/ 15456 h 80829"/>
                  <a:gd name="connsiteX2" fmla="*/ 14939 w 74024"/>
                  <a:gd name="connsiteY2" fmla="*/ 33685 h 80829"/>
                  <a:gd name="connsiteX3" fmla="*/ 62518 w 74024"/>
                  <a:gd name="connsiteY3" fmla="*/ 33685 h 80829"/>
                  <a:gd name="connsiteX4" fmla="*/ 62518 w 74024"/>
                  <a:gd name="connsiteY4" fmla="*/ 48475 h 80829"/>
                  <a:gd name="connsiteX5" fmla="*/ 14939 w 74024"/>
                  <a:gd name="connsiteY5" fmla="*/ 48475 h 80829"/>
                  <a:gd name="connsiteX6" fmla="*/ 14939 w 74024"/>
                  <a:gd name="connsiteY6" fmla="*/ 66705 h 80829"/>
                  <a:gd name="connsiteX7" fmla="*/ 74071 w 74024"/>
                  <a:gd name="connsiteY7" fmla="*/ 66705 h 80829"/>
                  <a:gd name="connsiteX8" fmla="*/ 74071 w 74024"/>
                  <a:gd name="connsiteY8" fmla="*/ 81495 h 80829"/>
                  <a:gd name="connsiteX9" fmla="*/ 47 w 74024"/>
                  <a:gd name="connsiteY9" fmla="*/ 81495 h 80829"/>
                  <a:gd name="connsiteX10" fmla="*/ 47 w 74024"/>
                  <a:gd name="connsiteY10" fmla="*/ 666 h 80829"/>
                  <a:gd name="connsiteX11" fmla="*/ 74071 w 74024"/>
                  <a:gd name="connsiteY11" fmla="*/ 666 h 80829"/>
                  <a:gd name="connsiteX12" fmla="*/ 74071 w 74024"/>
                  <a:gd name="connsiteY12" fmla="*/ 15456 h 8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024" h="80829">
                    <a:moveTo>
                      <a:pt x="74071" y="15456"/>
                    </a:moveTo>
                    <a:lnTo>
                      <a:pt x="14939" y="15456"/>
                    </a:lnTo>
                    <a:lnTo>
                      <a:pt x="14939" y="33685"/>
                    </a:lnTo>
                    <a:lnTo>
                      <a:pt x="62518" y="33685"/>
                    </a:lnTo>
                    <a:lnTo>
                      <a:pt x="62518" y="48475"/>
                    </a:lnTo>
                    <a:lnTo>
                      <a:pt x="14939" y="48475"/>
                    </a:lnTo>
                    <a:lnTo>
                      <a:pt x="14939" y="66705"/>
                    </a:lnTo>
                    <a:lnTo>
                      <a:pt x="74071" y="66705"/>
                    </a:lnTo>
                    <a:lnTo>
                      <a:pt x="74071" y="81495"/>
                    </a:lnTo>
                    <a:lnTo>
                      <a:pt x="47" y="81495"/>
                    </a:lnTo>
                    <a:lnTo>
                      <a:pt x="47" y="666"/>
                    </a:lnTo>
                    <a:lnTo>
                      <a:pt x="74071" y="666"/>
                    </a:lnTo>
                    <a:lnTo>
                      <a:pt x="74071" y="1545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13" name="Vrije vorm: vorm 12">
                <a:extLst>
                  <a:ext uri="{FF2B5EF4-FFF2-40B4-BE49-F238E27FC236}">
                    <a16:creationId xmlns:a16="http://schemas.microsoft.com/office/drawing/2014/main" id="{90743F76-FBD2-1DE9-3027-104527EDB540}"/>
                  </a:ext>
                </a:extLst>
              </p:cNvPr>
              <p:cNvSpPr/>
              <p:nvPr/>
            </p:nvSpPr>
            <p:spPr>
              <a:xfrm>
                <a:off x="1725569" y="5383435"/>
                <a:ext cx="80526" cy="80915"/>
              </a:xfrm>
              <a:custGeom>
                <a:avLst/>
                <a:gdLst>
                  <a:gd name="connsiteX0" fmla="*/ 65685 w 80526"/>
                  <a:gd name="connsiteY0" fmla="*/ 666 h 80915"/>
                  <a:gd name="connsiteX1" fmla="*/ 80574 w 80526"/>
                  <a:gd name="connsiteY1" fmla="*/ 666 h 80915"/>
                  <a:gd name="connsiteX2" fmla="*/ 80574 w 80526"/>
                  <a:gd name="connsiteY2" fmla="*/ 81581 h 80915"/>
                  <a:gd name="connsiteX3" fmla="*/ 64488 w 80526"/>
                  <a:gd name="connsiteY3" fmla="*/ 81581 h 80915"/>
                  <a:gd name="connsiteX4" fmla="*/ 14853 w 80526"/>
                  <a:gd name="connsiteY4" fmla="*/ 22249 h 80915"/>
                  <a:gd name="connsiteX5" fmla="*/ 14853 w 80526"/>
                  <a:gd name="connsiteY5" fmla="*/ 81581 h 80915"/>
                  <a:gd name="connsiteX6" fmla="*/ 47 w 80526"/>
                  <a:gd name="connsiteY6" fmla="*/ 81581 h 80915"/>
                  <a:gd name="connsiteX7" fmla="*/ 47 w 80526"/>
                  <a:gd name="connsiteY7" fmla="*/ 666 h 80915"/>
                  <a:gd name="connsiteX8" fmla="*/ 16136 w 80526"/>
                  <a:gd name="connsiteY8" fmla="*/ 666 h 80915"/>
                  <a:gd name="connsiteX9" fmla="*/ 65685 w 80526"/>
                  <a:gd name="connsiteY9" fmla="*/ 59997 h 80915"/>
                  <a:gd name="connsiteX10" fmla="*/ 65685 w 80526"/>
                  <a:gd name="connsiteY10" fmla="*/ 666 h 8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26" h="80915">
                    <a:moveTo>
                      <a:pt x="65685" y="666"/>
                    </a:moveTo>
                    <a:lnTo>
                      <a:pt x="80574" y="666"/>
                    </a:lnTo>
                    <a:lnTo>
                      <a:pt x="80574" y="81581"/>
                    </a:lnTo>
                    <a:lnTo>
                      <a:pt x="64488" y="81581"/>
                    </a:lnTo>
                    <a:lnTo>
                      <a:pt x="14853" y="22249"/>
                    </a:lnTo>
                    <a:lnTo>
                      <a:pt x="14853" y="81581"/>
                    </a:lnTo>
                    <a:lnTo>
                      <a:pt x="47" y="81581"/>
                    </a:lnTo>
                    <a:lnTo>
                      <a:pt x="47" y="666"/>
                    </a:lnTo>
                    <a:lnTo>
                      <a:pt x="16136" y="666"/>
                    </a:lnTo>
                    <a:lnTo>
                      <a:pt x="65685" y="59997"/>
                    </a:lnTo>
                    <a:lnTo>
                      <a:pt x="65685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14" name="Vrije vorm: vorm 13">
                <a:extLst>
                  <a:ext uri="{FF2B5EF4-FFF2-40B4-BE49-F238E27FC236}">
                    <a16:creationId xmlns:a16="http://schemas.microsoft.com/office/drawing/2014/main" id="{E7372851-2BE7-DC74-42C2-8ABF28779F30}"/>
                  </a:ext>
                </a:extLst>
              </p:cNvPr>
              <p:cNvSpPr/>
              <p:nvPr/>
            </p:nvSpPr>
            <p:spPr>
              <a:xfrm>
                <a:off x="1849400" y="5383435"/>
                <a:ext cx="14717" cy="80915"/>
              </a:xfrm>
              <a:custGeom>
                <a:avLst/>
                <a:gdLst>
                  <a:gd name="connsiteX0" fmla="*/ 47 w 14717"/>
                  <a:gd name="connsiteY0" fmla="*/ 666 h 80915"/>
                  <a:gd name="connsiteX1" fmla="*/ 14764 w 14717"/>
                  <a:gd name="connsiteY1" fmla="*/ 666 h 80915"/>
                  <a:gd name="connsiteX2" fmla="*/ 14764 w 14717"/>
                  <a:gd name="connsiteY2" fmla="*/ 81581 h 80915"/>
                  <a:gd name="connsiteX3" fmla="*/ 47 w 14717"/>
                  <a:gd name="connsiteY3" fmla="*/ 81581 h 80915"/>
                  <a:gd name="connsiteX4" fmla="*/ 47 w 14717"/>
                  <a:gd name="connsiteY4" fmla="*/ 666 h 8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17" h="80915">
                    <a:moveTo>
                      <a:pt x="47" y="666"/>
                    </a:moveTo>
                    <a:lnTo>
                      <a:pt x="14764" y="666"/>
                    </a:lnTo>
                    <a:lnTo>
                      <a:pt x="14764" y="81581"/>
                    </a:lnTo>
                    <a:lnTo>
                      <a:pt x="47" y="81581"/>
                    </a:lnTo>
                    <a:lnTo>
                      <a:pt x="47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15" name="Vrije vorm: vorm 14">
                <a:extLst>
                  <a:ext uri="{FF2B5EF4-FFF2-40B4-BE49-F238E27FC236}">
                    <a16:creationId xmlns:a16="http://schemas.microsoft.com/office/drawing/2014/main" id="{4B12ADB9-5095-A8D2-D191-D8526AE8E0E4}"/>
                  </a:ext>
                </a:extLst>
              </p:cNvPr>
              <p:cNvSpPr/>
              <p:nvPr/>
            </p:nvSpPr>
            <p:spPr>
              <a:xfrm>
                <a:off x="1909646" y="5383435"/>
                <a:ext cx="80526" cy="80915"/>
              </a:xfrm>
              <a:custGeom>
                <a:avLst/>
                <a:gdLst>
                  <a:gd name="connsiteX0" fmla="*/ 65685 w 80526"/>
                  <a:gd name="connsiteY0" fmla="*/ 666 h 80915"/>
                  <a:gd name="connsiteX1" fmla="*/ 80574 w 80526"/>
                  <a:gd name="connsiteY1" fmla="*/ 666 h 80915"/>
                  <a:gd name="connsiteX2" fmla="*/ 80574 w 80526"/>
                  <a:gd name="connsiteY2" fmla="*/ 81581 h 80915"/>
                  <a:gd name="connsiteX3" fmla="*/ 64485 w 80526"/>
                  <a:gd name="connsiteY3" fmla="*/ 81581 h 80915"/>
                  <a:gd name="connsiteX4" fmla="*/ 14850 w 80526"/>
                  <a:gd name="connsiteY4" fmla="*/ 22249 h 80915"/>
                  <a:gd name="connsiteX5" fmla="*/ 14850 w 80526"/>
                  <a:gd name="connsiteY5" fmla="*/ 81581 h 80915"/>
                  <a:gd name="connsiteX6" fmla="*/ 47 w 80526"/>
                  <a:gd name="connsiteY6" fmla="*/ 81581 h 80915"/>
                  <a:gd name="connsiteX7" fmla="*/ 47 w 80526"/>
                  <a:gd name="connsiteY7" fmla="*/ 666 h 80915"/>
                  <a:gd name="connsiteX8" fmla="*/ 16136 w 80526"/>
                  <a:gd name="connsiteY8" fmla="*/ 666 h 80915"/>
                  <a:gd name="connsiteX9" fmla="*/ 65685 w 80526"/>
                  <a:gd name="connsiteY9" fmla="*/ 59997 h 80915"/>
                  <a:gd name="connsiteX10" fmla="*/ 65685 w 80526"/>
                  <a:gd name="connsiteY10" fmla="*/ 666 h 8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26" h="80915">
                    <a:moveTo>
                      <a:pt x="65685" y="666"/>
                    </a:moveTo>
                    <a:lnTo>
                      <a:pt x="80574" y="666"/>
                    </a:lnTo>
                    <a:lnTo>
                      <a:pt x="80574" y="81581"/>
                    </a:lnTo>
                    <a:lnTo>
                      <a:pt x="64485" y="81581"/>
                    </a:lnTo>
                    <a:lnTo>
                      <a:pt x="14850" y="22249"/>
                    </a:lnTo>
                    <a:lnTo>
                      <a:pt x="14850" y="81581"/>
                    </a:lnTo>
                    <a:lnTo>
                      <a:pt x="47" y="81581"/>
                    </a:lnTo>
                    <a:lnTo>
                      <a:pt x="47" y="666"/>
                    </a:lnTo>
                    <a:lnTo>
                      <a:pt x="16136" y="666"/>
                    </a:lnTo>
                    <a:lnTo>
                      <a:pt x="65685" y="59997"/>
                    </a:lnTo>
                    <a:lnTo>
                      <a:pt x="65685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16" name="Vrije vorm: vorm 15">
                <a:extLst>
                  <a:ext uri="{FF2B5EF4-FFF2-40B4-BE49-F238E27FC236}">
                    <a16:creationId xmlns:a16="http://schemas.microsoft.com/office/drawing/2014/main" id="{BE8D8123-3BF2-4C9D-F288-E826F77B979C}"/>
                  </a:ext>
                </a:extLst>
              </p:cNvPr>
              <p:cNvSpPr/>
              <p:nvPr/>
            </p:nvSpPr>
            <p:spPr>
              <a:xfrm>
                <a:off x="2034076" y="5383348"/>
                <a:ext cx="80526" cy="80915"/>
              </a:xfrm>
              <a:custGeom>
                <a:avLst/>
                <a:gdLst>
                  <a:gd name="connsiteX0" fmla="*/ 80574 w 80526"/>
                  <a:gd name="connsiteY0" fmla="*/ 22593 h 80915"/>
                  <a:gd name="connsiteX1" fmla="*/ 65685 w 80526"/>
                  <a:gd name="connsiteY1" fmla="*/ 22593 h 80915"/>
                  <a:gd name="connsiteX2" fmla="*/ 65685 w 80526"/>
                  <a:gd name="connsiteY2" fmla="*/ 16315 h 80915"/>
                  <a:gd name="connsiteX3" fmla="*/ 64915 w 80526"/>
                  <a:gd name="connsiteY3" fmla="*/ 15542 h 80915"/>
                  <a:gd name="connsiteX4" fmla="*/ 15620 w 80526"/>
                  <a:gd name="connsiteY4" fmla="*/ 15542 h 80915"/>
                  <a:gd name="connsiteX5" fmla="*/ 14850 w 80526"/>
                  <a:gd name="connsiteY5" fmla="*/ 16315 h 80915"/>
                  <a:gd name="connsiteX6" fmla="*/ 14850 w 80526"/>
                  <a:gd name="connsiteY6" fmla="*/ 65931 h 80915"/>
                  <a:gd name="connsiteX7" fmla="*/ 15620 w 80526"/>
                  <a:gd name="connsiteY7" fmla="*/ 66705 h 80915"/>
                  <a:gd name="connsiteX8" fmla="*/ 64915 w 80526"/>
                  <a:gd name="connsiteY8" fmla="*/ 66705 h 80915"/>
                  <a:gd name="connsiteX9" fmla="*/ 65685 w 80526"/>
                  <a:gd name="connsiteY9" fmla="*/ 65931 h 80915"/>
                  <a:gd name="connsiteX10" fmla="*/ 65685 w 80526"/>
                  <a:gd name="connsiteY10" fmla="*/ 50625 h 80915"/>
                  <a:gd name="connsiteX11" fmla="*/ 47457 w 80526"/>
                  <a:gd name="connsiteY11" fmla="*/ 50625 h 80915"/>
                  <a:gd name="connsiteX12" fmla="*/ 47457 w 80526"/>
                  <a:gd name="connsiteY12" fmla="*/ 35835 h 80915"/>
                  <a:gd name="connsiteX13" fmla="*/ 80574 w 80526"/>
                  <a:gd name="connsiteY13" fmla="*/ 35835 h 80915"/>
                  <a:gd name="connsiteX14" fmla="*/ 80574 w 80526"/>
                  <a:gd name="connsiteY14" fmla="*/ 65931 h 80915"/>
                  <a:gd name="connsiteX15" fmla="*/ 64915 w 80526"/>
                  <a:gd name="connsiteY15" fmla="*/ 81581 h 80915"/>
                  <a:gd name="connsiteX16" fmla="*/ 15620 w 80526"/>
                  <a:gd name="connsiteY16" fmla="*/ 81581 h 80915"/>
                  <a:gd name="connsiteX17" fmla="*/ 47 w 80526"/>
                  <a:gd name="connsiteY17" fmla="*/ 65931 h 80915"/>
                  <a:gd name="connsiteX18" fmla="*/ 47 w 80526"/>
                  <a:gd name="connsiteY18" fmla="*/ 16315 h 80915"/>
                  <a:gd name="connsiteX19" fmla="*/ 15620 w 80526"/>
                  <a:gd name="connsiteY19" fmla="*/ 666 h 80915"/>
                  <a:gd name="connsiteX20" fmla="*/ 64915 w 80526"/>
                  <a:gd name="connsiteY20" fmla="*/ 666 h 80915"/>
                  <a:gd name="connsiteX21" fmla="*/ 80574 w 80526"/>
                  <a:gd name="connsiteY21" fmla="*/ 16315 h 80915"/>
                  <a:gd name="connsiteX22" fmla="*/ 80574 w 80526"/>
                  <a:gd name="connsiteY22" fmla="*/ 22593 h 8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0526" h="80915">
                    <a:moveTo>
                      <a:pt x="80574" y="22593"/>
                    </a:moveTo>
                    <a:lnTo>
                      <a:pt x="65685" y="22593"/>
                    </a:lnTo>
                    <a:lnTo>
                      <a:pt x="65685" y="16315"/>
                    </a:lnTo>
                    <a:cubicBezTo>
                      <a:pt x="65685" y="15886"/>
                      <a:pt x="65341" y="15542"/>
                      <a:pt x="64915" y="15542"/>
                    </a:cubicBezTo>
                    <a:lnTo>
                      <a:pt x="15620" y="15542"/>
                    </a:lnTo>
                    <a:cubicBezTo>
                      <a:pt x="15194" y="15542"/>
                      <a:pt x="14850" y="15886"/>
                      <a:pt x="14850" y="16315"/>
                    </a:cubicBezTo>
                    <a:lnTo>
                      <a:pt x="14850" y="65931"/>
                    </a:lnTo>
                    <a:cubicBezTo>
                      <a:pt x="14850" y="66361"/>
                      <a:pt x="15194" y="66705"/>
                      <a:pt x="15620" y="66705"/>
                    </a:cubicBezTo>
                    <a:lnTo>
                      <a:pt x="64915" y="66705"/>
                    </a:lnTo>
                    <a:cubicBezTo>
                      <a:pt x="65341" y="66705"/>
                      <a:pt x="65685" y="66361"/>
                      <a:pt x="65685" y="65931"/>
                    </a:cubicBezTo>
                    <a:lnTo>
                      <a:pt x="65685" y="50625"/>
                    </a:lnTo>
                    <a:lnTo>
                      <a:pt x="47457" y="50625"/>
                    </a:lnTo>
                    <a:lnTo>
                      <a:pt x="47457" y="35835"/>
                    </a:lnTo>
                    <a:lnTo>
                      <a:pt x="80574" y="35835"/>
                    </a:lnTo>
                    <a:lnTo>
                      <a:pt x="80574" y="65931"/>
                    </a:lnTo>
                    <a:cubicBezTo>
                      <a:pt x="80574" y="74616"/>
                      <a:pt x="73556" y="81581"/>
                      <a:pt x="64915" y="81581"/>
                    </a:cubicBezTo>
                    <a:lnTo>
                      <a:pt x="15620" y="81581"/>
                    </a:lnTo>
                    <a:cubicBezTo>
                      <a:pt x="7062" y="81581"/>
                      <a:pt x="47" y="74616"/>
                      <a:pt x="47" y="65931"/>
                    </a:cubicBezTo>
                    <a:lnTo>
                      <a:pt x="47" y="16315"/>
                    </a:lnTo>
                    <a:cubicBezTo>
                      <a:pt x="47" y="7631"/>
                      <a:pt x="6979" y="666"/>
                      <a:pt x="15620" y="666"/>
                    </a:cubicBezTo>
                    <a:lnTo>
                      <a:pt x="64915" y="666"/>
                    </a:lnTo>
                    <a:cubicBezTo>
                      <a:pt x="73556" y="666"/>
                      <a:pt x="80574" y="7631"/>
                      <a:pt x="80574" y="16315"/>
                    </a:cubicBezTo>
                    <a:lnTo>
                      <a:pt x="80574" y="22593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17" name="Vrije vorm: vorm 16">
                <a:extLst>
                  <a:ext uri="{FF2B5EF4-FFF2-40B4-BE49-F238E27FC236}">
                    <a16:creationId xmlns:a16="http://schemas.microsoft.com/office/drawing/2014/main" id="{DA36D232-FF19-8801-B405-A9A4A325BA0A}"/>
                  </a:ext>
                </a:extLst>
              </p:cNvPr>
              <p:cNvSpPr/>
              <p:nvPr/>
            </p:nvSpPr>
            <p:spPr>
              <a:xfrm>
                <a:off x="2160215" y="5383435"/>
                <a:ext cx="74024" cy="80829"/>
              </a:xfrm>
              <a:custGeom>
                <a:avLst/>
                <a:gdLst>
                  <a:gd name="connsiteX0" fmla="*/ 74071 w 74024"/>
                  <a:gd name="connsiteY0" fmla="*/ 15456 h 80829"/>
                  <a:gd name="connsiteX1" fmla="*/ 14939 w 74024"/>
                  <a:gd name="connsiteY1" fmla="*/ 15456 h 80829"/>
                  <a:gd name="connsiteX2" fmla="*/ 14939 w 74024"/>
                  <a:gd name="connsiteY2" fmla="*/ 33685 h 80829"/>
                  <a:gd name="connsiteX3" fmla="*/ 62604 w 74024"/>
                  <a:gd name="connsiteY3" fmla="*/ 33685 h 80829"/>
                  <a:gd name="connsiteX4" fmla="*/ 62604 w 74024"/>
                  <a:gd name="connsiteY4" fmla="*/ 48475 h 80829"/>
                  <a:gd name="connsiteX5" fmla="*/ 14939 w 74024"/>
                  <a:gd name="connsiteY5" fmla="*/ 48475 h 80829"/>
                  <a:gd name="connsiteX6" fmla="*/ 14939 w 74024"/>
                  <a:gd name="connsiteY6" fmla="*/ 66705 h 80829"/>
                  <a:gd name="connsiteX7" fmla="*/ 74071 w 74024"/>
                  <a:gd name="connsiteY7" fmla="*/ 66705 h 80829"/>
                  <a:gd name="connsiteX8" fmla="*/ 74071 w 74024"/>
                  <a:gd name="connsiteY8" fmla="*/ 81495 h 80829"/>
                  <a:gd name="connsiteX9" fmla="*/ 47 w 74024"/>
                  <a:gd name="connsiteY9" fmla="*/ 81495 h 80829"/>
                  <a:gd name="connsiteX10" fmla="*/ 47 w 74024"/>
                  <a:gd name="connsiteY10" fmla="*/ 666 h 80829"/>
                  <a:gd name="connsiteX11" fmla="*/ 74071 w 74024"/>
                  <a:gd name="connsiteY11" fmla="*/ 666 h 80829"/>
                  <a:gd name="connsiteX12" fmla="*/ 74071 w 74024"/>
                  <a:gd name="connsiteY12" fmla="*/ 15456 h 8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024" h="80829">
                    <a:moveTo>
                      <a:pt x="74071" y="15456"/>
                    </a:moveTo>
                    <a:lnTo>
                      <a:pt x="14939" y="15456"/>
                    </a:lnTo>
                    <a:lnTo>
                      <a:pt x="14939" y="33685"/>
                    </a:lnTo>
                    <a:lnTo>
                      <a:pt x="62604" y="33685"/>
                    </a:lnTo>
                    <a:lnTo>
                      <a:pt x="62604" y="48475"/>
                    </a:lnTo>
                    <a:lnTo>
                      <a:pt x="14939" y="48475"/>
                    </a:lnTo>
                    <a:lnTo>
                      <a:pt x="14939" y="66705"/>
                    </a:lnTo>
                    <a:lnTo>
                      <a:pt x="74071" y="66705"/>
                    </a:lnTo>
                    <a:lnTo>
                      <a:pt x="74071" y="81495"/>
                    </a:lnTo>
                    <a:lnTo>
                      <a:pt x="47" y="81495"/>
                    </a:lnTo>
                    <a:lnTo>
                      <a:pt x="47" y="666"/>
                    </a:lnTo>
                    <a:lnTo>
                      <a:pt x="74071" y="666"/>
                    </a:lnTo>
                    <a:lnTo>
                      <a:pt x="74071" y="1545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18" name="Vrije vorm: vorm 17">
                <a:extLst>
                  <a:ext uri="{FF2B5EF4-FFF2-40B4-BE49-F238E27FC236}">
                    <a16:creationId xmlns:a16="http://schemas.microsoft.com/office/drawing/2014/main" id="{D637E60E-523F-235B-B6A6-0B74BEA79E76}"/>
                  </a:ext>
                </a:extLst>
              </p:cNvPr>
              <p:cNvSpPr/>
              <p:nvPr/>
            </p:nvSpPr>
            <p:spPr>
              <a:xfrm>
                <a:off x="2277372" y="5383435"/>
                <a:ext cx="80526" cy="80915"/>
              </a:xfrm>
              <a:custGeom>
                <a:avLst/>
                <a:gdLst>
                  <a:gd name="connsiteX0" fmla="*/ 65685 w 80526"/>
                  <a:gd name="connsiteY0" fmla="*/ 666 h 80915"/>
                  <a:gd name="connsiteX1" fmla="*/ 80574 w 80526"/>
                  <a:gd name="connsiteY1" fmla="*/ 666 h 80915"/>
                  <a:gd name="connsiteX2" fmla="*/ 80574 w 80526"/>
                  <a:gd name="connsiteY2" fmla="*/ 81581 h 80915"/>
                  <a:gd name="connsiteX3" fmla="*/ 64485 w 80526"/>
                  <a:gd name="connsiteY3" fmla="*/ 81581 h 80915"/>
                  <a:gd name="connsiteX4" fmla="*/ 14850 w 80526"/>
                  <a:gd name="connsiteY4" fmla="*/ 22249 h 80915"/>
                  <a:gd name="connsiteX5" fmla="*/ 14850 w 80526"/>
                  <a:gd name="connsiteY5" fmla="*/ 81581 h 80915"/>
                  <a:gd name="connsiteX6" fmla="*/ 47 w 80526"/>
                  <a:gd name="connsiteY6" fmla="*/ 81581 h 80915"/>
                  <a:gd name="connsiteX7" fmla="*/ 47 w 80526"/>
                  <a:gd name="connsiteY7" fmla="*/ 666 h 80915"/>
                  <a:gd name="connsiteX8" fmla="*/ 16136 w 80526"/>
                  <a:gd name="connsiteY8" fmla="*/ 666 h 80915"/>
                  <a:gd name="connsiteX9" fmla="*/ 65685 w 80526"/>
                  <a:gd name="connsiteY9" fmla="*/ 59997 h 80915"/>
                  <a:gd name="connsiteX10" fmla="*/ 65685 w 80526"/>
                  <a:gd name="connsiteY10" fmla="*/ 666 h 8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26" h="80915">
                    <a:moveTo>
                      <a:pt x="65685" y="666"/>
                    </a:moveTo>
                    <a:lnTo>
                      <a:pt x="80574" y="666"/>
                    </a:lnTo>
                    <a:lnTo>
                      <a:pt x="80574" y="81581"/>
                    </a:lnTo>
                    <a:lnTo>
                      <a:pt x="64485" y="81581"/>
                    </a:lnTo>
                    <a:lnTo>
                      <a:pt x="14850" y="22249"/>
                    </a:lnTo>
                    <a:lnTo>
                      <a:pt x="14850" y="81581"/>
                    </a:lnTo>
                    <a:lnTo>
                      <a:pt x="47" y="81581"/>
                    </a:lnTo>
                    <a:lnTo>
                      <a:pt x="47" y="666"/>
                    </a:lnTo>
                    <a:lnTo>
                      <a:pt x="16136" y="666"/>
                    </a:lnTo>
                    <a:lnTo>
                      <a:pt x="65685" y="59997"/>
                    </a:lnTo>
                    <a:lnTo>
                      <a:pt x="65685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19" name="Vrije vorm: vorm 18">
                <a:extLst>
                  <a:ext uri="{FF2B5EF4-FFF2-40B4-BE49-F238E27FC236}">
                    <a16:creationId xmlns:a16="http://schemas.microsoft.com/office/drawing/2014/main" id="{1674ABB0-86BD-7346-2C53-41C5E40D97EE}"/>
                  </a:ext>
                </a:extLst>
              </p:cNvPr>
              <p:cNvSpPr/>
              <p:nvPr/>
            </p:nvSpPr>
            <p:spPr>
              <a:xfrm>
                <a:off x="1345692" y="5383348"/>
                <a:ext cx="101921" cy="80915"/>
              </a:xfrm>
              <a:custGeom>
                <a:avLst/>
                <a:gdLst>
                  <a:gd name="connsiteX0" fmla="*/ 78864 w 101921"/>
                  <a:gd name="connsiteY0" fmla="*/ 16315 h 80915"/>
                  <a:gd name="connsiteX1" fmla="*/ 63288 w 101921"/>
                  <a:gd name="connsiteY1" fmla="*/ 666 h 80915"/>
                  <a:gd name="connsiteX2" fmla="*/ 38985 w 101921"/>
                  <a:gd name="connsiteY2" fmla="*/ 666 h 80915"/>
                  <a:gd name="connsiteX3" fmla="*/ 23409 w 101921"/>
                  <a:gd name="connsiteY3" fmla="*/ 16315 h 80915"/>
                  <a:gd name="connsiteX4" fmla="*/ 47 w 101921"/>
                  <a:gd name="connsiteY4" fmla="*/ 81581 h 80915"/>
                  <a:gd name="connsiteX5" fmla="*/ 15280 w 101921"/>
                  <a:gd name="connsiteY5" fmla="*/ 81581 h 80915"/>
                  <a:gd name="connsiteX6" fmla="*/ 25035 w 101921"/>
                  <a:gd name="connsiteY6" fmla="*/ 54408 h 80915"/>
                  <a:gd name="connsiteX7" fmla="*/ 77152 w 101921"/>
                  <a:gd name="connsiteY7" fmla="*/ 54408 h 80915"/>
                  <a:gd name="connsiteX8" fmla="*/ 86993 w 101921"/>
                  <a:gd name="connsiteY8" fmla="*/ 81581 h 80915"/>
                  <a:gd name="connsiteX9" fmla="*/ 101968 w 101921"/>
                  <a:gd name="connsiteY9" fmla="*/ 81581 h 80915"/>
                  <a:gd name="connsiteX10" fmla="*/ 78607 w 101921"/>
                  <a:gd name="connsiteY10" fmla="*/ 16315 h 80915"/>
                  <a:gd name="connsiteX11" fmla="*/ 30255 w 101921"/>
                  <a:gd name="connsiteY11" fmla="*/ 39618 h 80915"/>
                  <a:gd name="connsiteX12" fmla="*/ 38300 w 101921"/>
                  <a:gd name="connsiteY12" fmla="*/ 16401 h 80915"/>
                  <a:gd name="connsiteX13" fmla="*/ 39071 w 101921"/>
                  <a:gd name="connsiteY13" fmla="*/ 15628 h 80915"/>
                  <a:gd name="connsiteX14" fmla="*/ 63546 w 101921"/>
                  <a:gd name="connsiteY14" fmla="*/ 15628 h 80915"/>
                  <a:gd name="connsiteX15" fmla="*/ 64316 w 101921"/>
                  <a:gd name="connsiteY15" fmla="*/ 16401 h 80915"/>
                  <a:gd name="connsiteX16" fmla="*/ 72359 w 101921"/>
                  <a:gd name="connsiteY16" fmla="*/ 39618 h 80915"/>
                  <a:gd name="connsiteX17" fmla="*/ 30255 w 101921"/>
                  <a:gd name="connsiteY17" fmla="*/ 39618 h 8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1921" h="80915">
                    <a:moveTo>
                      <a:pt x="78864" y="16315"/>
                    </a:moveTo>
                    <a:cubicBezTo>
                      <a:pt x="75612" y="6771"/>
                      <a:pt x="71932" y="666"/>
                      <a:pt x="63288" y="666"/>
                    </a:cubicBezTo>
                    <a:lnTo>
                      <a:pt x="38985" y="666"/>
                    </a:lnTo>
                    <a:cubicBezTo>
                      <a:pt x="30426" y="666"/>
                      <a:pt x="26661" y="6771"/>
                      <a:pt x="23409" y="16315"/>
                    </a:cubicBezTo>
                    <a:lnTo>
                      <a:pt x="47" y="81581"/>
                    </a:lnTo>
                    <a:lnTo>
                      <a:pt x="15280" y="81581"/>
                    </a:lnTo>
                    <a:lnTo>
                      <a:pt x="25035" y="54408"/>
                    </a:lnTo>
                    <a:lnTo>
                      <a:pt x="77152" y="54408"/>
                    </a:lnTo>
                    <a:lnTo>
                      <a:pt x="86993" y="81581"/>
                    </a:lnTo>
                    <a:lnTo>
                      <a:pt x="101968" y="81581"/>
                    </a:lnTo>
                    <a:lnTo>
                      <a:pt x="78607" y="16315"/>
                    </a:lnTo>
                    <a:close/>
                    <a:moveTo>
                      <a:pt x="30255" y="39618"/>
                    </a:moveTo>
                    <a:lnTo>
                      <a:pt x="38300" y="16401"/>
                    </a:lnTo>
                    <a:cubicBezTo>
                      <a:pt x="38472" y="15886"/>
                      <a:pt x="38641" y="15628"/>
                      <a:pt x="39071" y="15628"/>
                    </a:cubicBezTo>
                    <a:lnTo>
                      <a:pt x="63546" y="15628"/>
                    </a:lnTo>
                    <a:cubicBezTo>
                      <a:pt x="63973" y="15628"/>
                      <a:pt x="64058" y="15800"/>
                      <a:pt x="64316" y="16401"/>
                    </a:cubicBezTo>
                    <a:lnTo>
                      <a:pt x="72359" y="39618"/>
                    </a:lnTo>
                    <a:lnTo>
                      <a:pt x="30255" y="39618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20" name="Vrije vorm: vorm 19">
                <a:extLst>
                  <a:ext uri="{FF2B5EF4-FFF2-40B4-BE49-F238E27FC236}">
                    <a16:creationId xmlns:a16="http://schemas.microsoft.com/office/drawing/2014/main" id="{D7929D32-1E0B-41C0-46BF-F52706339BC1}"/>
                  </a:ext>
                </a:extLst>
              </p:cNvPr>
              <p:cNvSpPr/>
              <p:nvPr/>
            </p:nvSpPr>
            <p:spPr>
              <a:xfrm>
                <a:off x="1209025" y="5528067"/>
                <a:ext cx="47667" cy="47895"/>
              </a:xfrm>
              <a:custGeom>
                <a:avLst/>
                <a:gdLst>
                  <a:gd name="connsiteX0" fmla="*/ 40525 w 47667"/>
                  <a:gd name="connsiteY0" fmla="*/ 666 h 47895"/>
                  <a:gd name="connsiteX1" fmla="*/ 47715 w 47667"/>
                  <a:gd name="connsiteY1" fmla="*/ 666 h 47895"/>
                  <a:gd name="connsiteX2" fmla="*/ 47715 w 47667"/>
                  <a:gd name="connsiteY2" fmla="*/ 39876 h 47895"/>
                  <a:gd name="connsiteX3" fmla="*/ 39071 w 47667"/>
                  <a:gd name="connsiteY3" fmla="*/ 48561 h 47895"/>
                  <a:gd name="connsiteX4" fmla="*/ 8605 w 47667"/>
                  <a:gd name="connsiteY4" fmla="*/ 48561 h 47895"/>
                  <a:gd name="connsiteX5" fmla="*/ 47 w 47667"/>
                  <a:gd name="connsiteY5" fmla="*/ 39876 h 47895"/>
                  <a:gd name="connsiteX6" fmla="*/ 47 w 47667"/>
                  <a:gd name="connsiteY6" fmla="*/ 666 h 47895"/>
                  <a:gd name="connsiteX7" fmla="*/ 7151 w 47667"/>
                  <a:gd name="connsiteY7" fmla="*/ 666 h 47895"/>
                  <a:gd name="connsiteX8" fmla="*/ 7151 w 47667"/>
                  <a:gd name="connsiteY8" fmla="*/ 39876 h 47895"/>
                  <a:gd name="connsiteX9" fmla="*/ 8605 w 47667"/>
                  <a:gd name="connsiteY9" fmla="*/ 41338 h 47895"/>
                  <a:gd name="connsiteX10" fmla="*/ 39071 w 47667"/>
                  <a:gd name="connsiteY10" fmla="*/ 41338 h 47895"/>
                  <a:gd name="connsiteX11" fmla="*/ 40525 w 47667"/>
                  <a:gd name="connsiteY11" fmla="*/ 39876 h 47895"/>
                  <a:gd name="connsiteX12" fmla="*/ 40525 w 47667"/>
                  <a:gd name="connsiteY12" fmla="*/ 666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7667" h="47895">
                    <a:moveTo>
                      <a:pt x="40525" y="666"/>
                    </a:moveTo>
                    <a:lnTo>
                      <a:pt x="47715" y="666"/>
                    </a:lnTo>
                    <a:lnTo>
                      <a:pt x="47715" y="39876"/>
                    </a:lnTo>
                    <a:cubicBezTo>
                      <a:pt x="47715" y="44692"/>
                      <a:pt x="43864" y="48561"/>
                      <a:pt x="39071" y="48561"/>
                    </a:cubicBezTo>
                    <a:lnTo>
                      <a:pt x="8605" y="48561"/>
                    </a:lnTo>
                    <a:cubicBezTo>
                      <a:pt x="3812" y="48561"/>
                      <a:pt x="47" y="44692"/>
                      <a:pt x="47" y="39876"/>
                    </a:cubicBezTo>
                    <a:lnTo>
                      <a:pt x="47" y="666"/>
                    </a:lnTo>
                    <a:lnTo>
                      <a:pt x="7151" y="666"/>
                    </a:lnTo>
                    <a:lnTo>
                      <a:pt x="7151" y="39876"/>
                    </a:lnTo>
                    <a:cubicBezTo>
                      <a:pt x="7151" y="40650"/>
                      <a:pt x="7835" y="41338"/>
                      <a:pt x="8605" y="41338"/>
                    </a:cubicBezTo>
                    <a:lnTo>
                      <a:pt x="39071" y="41338"/>
                    </a:lnTo>
                    <a:cubicBezTo>
                      <a:pt x="39841" y="41338"/>
                      <a:pt x="40525" y="40650"/>
                      <a:pt x="40525" y="39876"/>
                    </a:cubicBezTo>
                    <a:lnTo>
                      <a:pt x="40525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21" name="Vrije vorm: vorm 20">
                <a:extLst>
                  <a:ext uri="{FF2B5EF4-FFF2-40B4-BE49-F238E27FC236}">
                    <a16:creationId xmlns:a16="http://schemas.microsoft.com/office/drawing/2014/main" id="{4CE3F77D-A266-F916-E0F5-9FCCFEFF03C4}"/>
                  </a:ext>
                </a:extLst>
              </p:cNvPr>
              <p:cNvSpPr/>
              <p:nvPr/>
            </p:nvSpPr>
            <p:spPr>
              <a:xfrm>
                <a:off x="1274236" y="5528067"/>
                <a:ext cx="47665" cy="47895"/>
              </a:xfrm>
              <a:custGeom>
                <a:avLst/>
                <a:gdLst>
                  <a:gd name="connsiteX0" fmla="*/ 40608 w 47665"/>
                  <a:gd name="connsiteY0" fmla="*/ 666 h 47895"/>
                  <a:gd name="connsiteX1" fmla="*/ 47712 w 47665"/>
                  <a:gd name="connsiteY1" fmla="*/ 666 h 47895"/>
                  <a:gd name="connsiteX2" fmla="*/ 47712 w 47665"/>
                  <a:gd name="connsiteY2" fmla="*/ 48561 h 47895"/>
                  <a:gd name="connsiteX3" fmla="*/ 39240 w 47665"/>
                  <a:gd name="connsiteY3" fmla="*/ 48561 h 47895"/>
                  <a:gd name="connsiteX4" fmla="*/ 7234 w 47665"/>
                  <a:gd name="connsiteY4" fmla="*/ 10296 h 47895"/>
                  <a:gd name="connsiteX5" fmla="*/ 7234 w 47665"/>
                  <a:gd name="connsiteY5" fmla="*/ 48561 h 47895"/>
                  <a:gd name="connsiteX6" fmla="*/ 47 w 47665"/>
                  <a:gd name="connsiteY6" fmla="*/ 48561 h 47895"/>
                  <a:gd name="connsiteX7" fmla="*/ 47 w 47665"/>
                  <a:gd name="connsiteY7" fmla="*/ 666 h 47895"/>
                  <a:gd name="connsiteX8" fmla="*/ 8517 w 47665"/>
                  <a:gd name="connsiteY8" fmla="*/ 666 h 47895"/>
                  <a:gd name="connsiteX9" fmla="*/ 40525 w 47665"/>
                  <a:gd name="connsiteY9" fmla="*/ 38931 h 47895"/>
                  <a:gd name="connsiteX10" fmla="*/ 40525 w 47665"/>
                  <a:gd name="connsiteY10" fmla="*/ 666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665" h="47895">
                    <a:moveTo>
                      <a:pt x="40608" y="666"/>
                    </a:moveTo>
                    <a:lnTo>
                      <a:pt x="47712" y="666"/>
                    </a:lnTo>
                    <a:lnTo>
                      <a:pt x="47712" y="48561"/>
                    </a:lnTo>
                    <a:lnTo>
                      <a:pt x="39240" y="48561"/>
                    </a:lnTo>
                    <a:lnTo>
                      <a:pt x="7234" y="10296"/>
                    </a:lnTo>
                    <a:lnTo>
                      <a:pt x="7234" y="48561"/>
                    </a:lnTo>
                    <a:lnTo>
                      <a:pt x="47" y="48561"/>
                    </a:lnTo>
                    <a:lnTo>
                      <a:pt x="47" y="666"/>
                    </a:lnTo>
                    <a:lnTo>
                      <a:pt x="8517" y="666"/>
                    </a:lnTo>
                    <a:lnTo>
                      <a:pt x="40525" y="38931"/>
                    </a:lnTo>
                    <a:lnTo>
                      <a:pt x="40525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22" name="Vrije vorm: vorm 21">
                <a:extLst>
                  <a:ext uri="{FF2B5EF4-FFF2-40B4-BE49-F238E27FC236}">
                    <a16:creationId xmlns:a16="http://schemas.microsoft.com/office/drawing/2014/main" id="{1AE35327-51CE-FD52-A255-7EB265106A57}"/>
                  </a:ext>
                </a:extLst>
              </p:cNvPr>
              <p:cNvSpPr/>
              <p:nvPr/>
            </p:nvSpPr>
            <p:spPr>
              <a:xfrm>
                <a:off x="1339788" y="5528067"/>
                <a:ext cx="7101" cy="47895"/>
              </a:xfrm>
              <a:custGeom>
                <a:avLst/>
                <a:gdLst>
                  <a:gd name="connsiteX0" fmla="*/ 47 w 7101"/>
                  <a:gd name="connsiteY0" fmla="*/ 666 h 47895"/>
                  <a:gd name="connsiteX1" fmla="*/ 7148 w 7101"/>
                  <a:gd name="connsiteY1" fmla="*/ 666 h 47895"/>
                  <a:gd name="connsiteX2" fmla="*/ 7148 w 7101"/>
                  <a:gd name="connsiteY2" fmla="*/ 48561 h 47895"/>
                  <a:gd name="connsiteX3" fmla="*/ 47 w 7101"/>
                  <a:gd name="connsiteY3" fmla="*/ 48561 h 47895"/>
                  <a:gd name="connsiteX4" fmla="*/ 47 w 7101"/>
                  <a:gd name="connsiteY4" fmla="*/ 666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01" h="47895">
                    <a:moveTo>
                      <a:pt x="47" y="666"/>
                    </a:moveTo>
                    <a:lnTo>
                      <a:pt x="7148" y="666"/>
                    </a:lnTo>
                    <a:lnTo>
                      <a:pt x="7148" y="48561"/>
                    </a:lnTo>
                    <a:lnTo>
                      <a:pt x="47" y="48561"/>
                    </a:lnTo>
                    <a:lnTo>
                      <a:pt x="47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23" name="Vrije vorm: vorm 22">
                <a:extLst>
                  <a:ext uri="{FF2B5EF4-FFF2-40B4-BE49-F238E27FC236}">
                    <a16:creationId xmlns:a16="http://schemas.microsoft.com/office/drawing/2014/main" id="{4E6A6FCB-D575-8987-1FC4-451A6FF6AD8A}"/>
                  </a:ext>
                </a:extLst>
              </p:cNvPr>
              <p:cNvSpPr/>
              <p:nvPr/>
            </p:nvSpPr>
            <p:spPr>
              <a:xfrm>
                <a:off x="1354934" y="5528067"/>
                <a:ext cx="62127" cy="47895"/>
              </a:xfrm>
              <a:custGeom>
                <a:avLst/>
                <a:gdLst>
                  <a:gd name="connsiteX0" fmla="*/ 53960 w 62127"/>
                  <a:gd name="connsiteY0" fmla="*/ 666 h 47895"/>
                  <a:gd name="connsiteX1" fmla="*/ 62174 w 62127"/>
                  <a:gd name="connsiteY1" fmla="*/ 666 h 47895"/>
                  <a:gd name="connsiteX2" fmla="*/ 34704 w 62127"/>
                  <a:gd name="connsiteY2" fmla="*/ 48561 h 47895"/>
                  <a:gd name="connsiteX3" fmla="*/ 27603 w 62127"/>
                  <a:gd name="connsiteY3" fmla="*/ 48561 h 47895"/>
                  <a:gd name="connsiteX4" fmla="*/ 47 w 62127"/>
                  <a:gd name="connsiteY4" fmla="*/ 666 h 47895"/>
                  <a:gd name="connsiteX5" fmla="*/ 8348 w 62127"/>
                  <a:gd name="connsiteY5" fmla="*/ 666 h 47895"/>
                  <a:gd name="connsiteX6" fmla="*/ 31197 w 62127"/>
                  <a:gd name="connsiteY6" fmla="*/ 40392 h 47895"/>
                  <a:gd name="connsiteX7" fmla="*/ 54046 w 62127"/>
                  <a:gd name="connsiteY7" fmla="*/ 666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2127" h="47895">
                    <a:moveTo>
                      <a:pt x="53960" y="666"/>
                    </a:moveTo>
                    <a:lnTo>
                      <a:pt x="62174" y="666"/>
                    </a:lnTo>
                    <a:lnTo>
                      <a:pt x="34704" y="48561"/>
                    </a:lnTo>
                    <a:lnTo>
                      <a:pt x="27603" y="48561"/>
                    </a:lnTo>
                    <a:lnTo>
                      <a:pt x="47" y="666"/>
                    </a:lnTo>
                    <a:lnTo>
                      <a:pt x="8348" y="666"/>
                    </a:lnTo>
                    <a:lnTo>
                      <a:pt x="31197" y="40392"/>
                    </a:lnTo>
                    <a:lnTo>
                      <a:pt x="54046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24" name="Vrije vorm: vorm 23">
                <a:extLst>
                  <a:ext uri="{FF2B5EF4-FFF2-40B4-BE49-F238E27FC236}">
                    <a16:creationId xmlns:a16="http://schemas.microsoft.com/office/drawing/2014/main" id="{6D20F705-9884-1B71-1C0F-CCFA2686464B}"/>
                  </a:ext>
                </a:extLst>
              </p:cNvPr>
              <p:cNvSpPr/>
              <p:nvPr/>
            </p:nvSpPr>
            <p:spPr>
              <a:xfrm>
                <a:off x="1423653" y="5528067"/>
                <a:ext cx="43644" cy="47895"/>
              </a:xfrm>
              <a:custGeom>
                <a:avLst/>
                <a:gdLst>
                  <a:gd name="connsiteX0" fmla="*/ 43692 w 43644"/>
                  <a:gd name="connsiteY0" fmla="*/ 7803 h 47895"/>
                  <a:gd name="connsiteX1" fmla="*/ 7148 w 43644"/>
                  <a:gd name="connsiteY1" fmla="*/ 7803 h 47895"/>
                  <a:gd name="connsiteX2" fmla="*/ 7148 w 43644"/>
                  <a:gd name="connsiteY2" fmla="*/ 20959 h 47895"/>
                  <a:gd name="connsiteX3" fmla="*/ 36502 w 43644"/>
                  <a:gd name="connsiteY3" fmla="*/ 20959 h 47895"/>
                  <a:gd name="connsiteX4" fmla="*/ 36502 w 43644"/>
                  <a:gd name="connsiteY4" fmla="*/ 28182 h 47895"/>
                  <a:gd name="connsiteX5" fmla="*/ 7148 w 43644"/>
                  <a:gd name="connsiteY5" fmla="*/ 28182 h 47895"/>
                  <a:gd name="connsiteX6" fmla="*/ 7148 w 43644"/>
                  <a:gd name="connsiteY6" fmla="*/ 41338 h 47895"/>
                  <a:gd name="connsiteX7" fmla="*/ 43692 w 43644"/>
                  <a:gd name="connsiteY7" fmla="*/ 41338 h 47895"/>
                  <a:gd name="connsiteX8" fmla="*/ 43692 w 43644"/>
                  <a:gd name="connsiteY8" fmla="*/ 48561 h 47895"/>
                  <a:gd name="connsiteX9" fmla="*/ 47 w 43644"/>
                  <a:gd name="connsiteY9" fmla="*/ 48561 h 47895"/>
                  <a:gd name="connsiteX10" fmla="*/ 47 w 43644"/>
                  <a:gd name="connsiteY10" fmla="*/ 666 h 47895"/>
                  <a:gd name="connsiteX11" fmla="*/ 43692 w 43644"/>
                  <a:gd name="connsiteY11" fmla="*/ 666 h 47895"/>
                  <a:gd name="connsiteX12" fmla="*/ 43692 w 43644"/>
                  <a:gd name="connsiteY12" fmla="*/ 7803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644" h="47895">
                    <a:moveTo>
                      <a:pt x="43692" y="7803"/>
                    </a:moveTo>
                    <a:lnTo>
                      <a:pt x="7148" y="7803"/>
                    </a:lnTo>
                    <a:lnTo>
                      <a:pt x="7148" y="20959"/>
                    </a:lnTo>
                    <a:lnTo>
                      <a:pt x="36502" y="20959"/>
                    </a:lnTo>
                    <a:lnTo>
                      <a:pt x="36502" y="28182"/>
                    </a:lnTo>
                    <a:lnTo>
                      <a:pt x="7148" y="28182"/>
                    </a:lnTo>
                    <a:lnTo>
                      <a:pt x="7148" y="41338"/>
                    </a:lnTo>
                    <a:lnTo>
                      <a:pt x="43692" y="41338"/>
                    </a:lnTo>
                    <a:lnTo>
                      <a:pt x="43692" y="48561"/>
                    </a:lnTo>
                    <a:lnTo>
                      <a:pt x="47" y="48561"/>
                    </a:lnTo>
                    <a:lnTo>
                      <a:pt x="47" y="666"/>
                    </a:lnTo>
                    <a:lnTo>
                      <a:pt x="43692" y="666"/>
                    </a:lnTo>
                    <a:lnTo>
                      <a:pt x="43692" y="7803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25" name="Vrije vorm: vorm 24">
                <a:extLst>
                  <a:ext uri="{FF2B5EF4-FFF2-40B4-BE49-F238E27FC236}">
                    <a16:creationId xmlns:a16="http://schemas.microsoft.com/office/drawing/2014/main" id="{65A82C67-97E8-0E2D-A8CE-3E694AC8A7DB}"/>
                  </a:ext>
                </a:extLst>
              </p:cNvPr>
              <p:cNvSpPr/>
              <p:nvPr/>
            </p:nvSpPr>
            <p:spPr>
              <a:xfrm>
                <a:off x="1484584" y="5528067"/>
                <a:ext cx="47579" cy="47895"/>
              </a:xfrm>
              <a:custGeom>
                <a:avLst/>
                <a:gdLst>
                  <a:gd name="connsiteX0" fmla="*/ 47543 w 47579"/>
                  <a:gd name="connsiteY0" fmla="*/ 22765 h 47895"/>
                  <a:gd name="connsiteX1" fmla="*/ 38985 w 47579"/>
                  <a:gd name="connsiteY1" fmla="*/ 31449 h 47895"/>
                  <a:gd name="connsiteX2" fmla="*/ 34192 w 47579"/>
                  <a:gd name="connsiteY2" fmla="*/ 31449 h 47895"/>
                  <a:gd name="connsiteX3" fmla="*/ 47626 w 47579"/>
                  <a:gd name="connsiteY3" fmla="*/ 47529 h 47895"/>
                  <a:gd name="connsiteX4" fmla="*/ 47626 w 47579"/>
                  <a:gd name="connsiteY4" fmla="*/ 48561 h 47895"/>
                  <a:gd name="connsiteX5" fmla="*/ 39157 w 47579"/>
                  <a:gd name="connsiteY5" fmla="*/ 48561 h 47895"/>
                  <a:gd name="connsiteX6" fmla="*/ 24863 w 47579"/>
                  <a:gd name="connsiteY6" fmla="*/ 31449 h 47895"/>
                  <a:gd name="connsiteX7" fmla="*/ 8605 w 47579"/>
                  <a:gd name="connsiteY7" fmla="*/ 31449 h 47895"/>
                  <a:gd name="connsiteX8" fmla="*/ 7151 w 47579"/>
                  <a:gd name="connsiteY8" fmla="*/ 31277 h 47895"/>
                  <a:gd name="connsiteX9" fmla="*/ 7151 w 47579"/>
                  <a:gd name="connsiteY9" fmla="*/ 48475 h 47895"/>
                  <a:gd name="connsiteX10" fmla="*/ 47 w 47579"/>
                  <a:gd name="connsiteY10" fmla="*/ 48475 h 47895"/>
                  <a:gd name="connsiteX11" fmla="*/ 47 w 47579"/>
                  <a:gd name="connsiteY11" fmla="*/ 666 h 47895"/>
                  <a:gd name="connsiteX12" fmla="*/ 39071 w 47579"/>
                  <a:gd name="connsiteY12" fmla="*/ 666 h 47895"/>
                  <a:gd name="connsiteX13" fmla="*/ 47626 w 47579"/>
                  <a:gd name="connsiteY13" fmla="*/ 9350 h 47895"/>
                  <a:gd name="connsiteX14" fmla="*/ 47626 w 47579"/>
                  <a:gd name="connsiteY14" fmla="*/ 22765 h 47895"/>
                  <a:gd name="connsiteX15" fmla="*/ 7065 w 47579"/>
                  <a:gd name="connsiteY15" fmla="*/ 7889 h 47895"/>
                  <a:gd name="connsiteX16" fmla="*/ 7065 w 47579"/>
                  <a:gd name="connsiteY16" fmla="*/ 24226 h 47895"/>
                  <a:gd name="connsiteX17" fmla="*/ 38985 w 47579"/>
                  <a:gd name="connsiteY17" fmla="*/ 24226 h 47895"/>
                  <a:gd name="connsiteX18" fmla="*/ 40439 w 47579"/>
                  <a:gd name="connsiteY18" fmla="*/ 22765 h 47895"/>
                  <a:gd name="connsiteX19" fmla="*/ 40439 w 47579"/>
                  <a:gd name="connsiteY19" fmla="*/ 9350 h 47895"/>
                  <a:gd name="connsiteX20" fmla="*/ 38985 w 47579"/>
                  <a:gd name="connsiteY20" fmla="*/ 7889 h 47895"/>
                  <a:gd name="connsiteX21" fmla="*/ 7065 w 47579"/>
                  <a:gd name="connsiteY21" fmla="*/ 7889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7579" h="47895">
                    <a:moveTo>
                      <a:pt x="47543" y="22765"/>
                    </a:moveTo>
                    <a:cubicBezTo>
                      <a:pt x="47543" y="27494"/>
                      <a:pt x="43692" y="31449"/>
                      <a:pt x="38985" y="31449"/>
                    </a:cubicBezTo>
                    <a:lnTo>
                      <a:pt x="34192" y="31449"/>
                    </a:lnTo>
                    <a:lnTo>
                      <a:pt x="47626" y="47529"/>
                    </a:lnTo>
                    <a:lnTo>
                      <a:pt x="47626" y="48561"/>
                    </a:lnTo>
                    <a:lnTo>
                      <a:pt x="39157" y="48561"/>
                    </a:lnTo>
                    <a:lnTo>
                      <a:pt x="24863" y="31449"/>
                    </a:lnTo>
                    <a:lnTo>
                      <a:pt x="8605" y="31449"/>
                    </a:lnTo>
                    <a:cubicBezTo>
                      <a:pt x="8090" y="31449"/>
                      <a:pt x="7577" y="31363"/>
                      <a:pt x="7151" y="31277"/>
                    </a:cubicBezTo>
                    <a:lnTo>
                      <a:pt x="7151" y="48475"/>
                    </a:lnTo>
                    <a:lnTo>
                      <a:pt x="47" y="48475"/>
                    </a:lnTo>
                    <a:lnTo>
                      <a:pt x="47" y="666"/>
                    </a:lnTo>
                    <a:lnTo>
                      <a:pt x="39071" y="666"/>
                    </a:lnTo>
                    <a:cubicBezTo>
                      <a:pt x="43861" y="666"/>
                      <a:pt x="47626" y="4621"/>
                      <a:pt x="47626" y="9350"/>
                    </a:cubicBezTo>
                    <a:lnTo>
                      <a:pt x="47626" y="22765"/>
                    </a:lnTo>
                    <a:close/>
                    <a:moveTo>
                      <a:pt x="7065" y="7889"/>
                    </a:moveTo>
                    <a:lnTo>
                      <a:pt x="7065" y="24226"/>
                    </a:lnTo>
                    <a:lnTo>
                      <a:pt x="38985" y="24226"/>
                    </a:lnTo>
                    <a:cubicBezTo>
                      <a:pt x="39755" y="24226"/>
                      <a:pt x="40439" y="23538"/>
                      <a:pt x="40439" y="22765"/>
                    </a:cubicBezTo>
                    <a:lnTo>
                      <a:pt x="40439" y="9350"/>
                    </a:lnTo>
                    <a:cubicBezTo>
                      <a:pt x="40439" y="8576"/>
                      <a:pt x="39755" y="7889"/>
                      <a:pt x="38985" y="7889"/>
                    </a:cubicBezTo>
                    <a:lnTo>
                      <a:pt x="7065" y="7889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26" name="Vrije vorm: vorm 25">
                <a:extLst>
                  <a:ext uri="{FF2B5EF4-FFF2-40B4-BE49-F238E27FC236}">
                    <a16:creationId xmlns:a16="http://schemas.microsoft.com/office/drawing/2014/main" id="{4513092C-2F42-9213-99BA-28B65859F2DF}"/>
                  </a:ext>
                </a:extLst>
              </p:cNvPr>
              <p:cNvSpPr/>
              <p:nvPr/>
            </p:nvSpPr>
            <p:spPr>
              <a:xfrm>
                <a:off x="1872676" y="5528067"/>
                <a:ext cx="47581" cy="47895"/>
              </a:xfrm>
              <a:custGeom>
                <a:avLst/>
                <a:gdLst>
                  <a:gd name="connsiteX0" fmla="*/ 47543 w 47581"/>
                  <a:gd name="connsiteY0" fmla="*/ 22765 h 47895"/>
                  <a:gd name="connsiteX1" fmla="*/ 38985 w 47581"/>
                  <a:gd name="connsiteY1" fmla="*/ 31449 h 47895"/>
                  <a:gd name="connsiteX2" fmla="*/ 34192 w 47581"/>
                  <a:gd name="connsiteY2" fmla="*/ 31449 h 47895"/>
                  <a:gd name="connsiteX3" fmla="*/ 47629 w 47581"/>
                  <a:gd name="connsiteY3" fmla="*/ 47529 h 47895"/>
                  <a:gd name="connsiteX4" fmla="*/ 47629 w 47581"/>
                  <a:gd name="connsiteY4" fmla="*/ 48561 h 47895"/>
                  <a:gd name="connsiteX5" fmla="*/ 39157 w 47581"/>
                  <a:gd name="connsiteY5" fmla="*/ 48561 h 47895"/>
                  <a:gd name="connsiteX6" fmla="*/ 24866 w 47581"/>
                  <a:gd name="connsiteY6" fmla="*/ 31449 h 47895"/>
                  <a:gd name="connsiteX7" fmla="*/ 8605 w 47581"/>
                  <a:gd name="connsiteY7" fmla="*/ 31449 h 47895"/>
                  <a:gd name="connsiteX8" fmla="*/ 7151 w 47581"/>
                  <a:gd name="connsiteY8" fmla="*/ 31277 h 47895"/>
                  <a:gd name="connsiteX9" fmla="*/ 7151 w 47581"/>
                  <a:gd name="connsiteY9" fmla="*/ 48475 h 47895"/>
                  <a:gd name="connsiteX10" fmla="*/ 47 w 47581"/>
                  <a:gd name="connsiteY10" fmla="*/ 48475 h 47895"/>
                  <a:gd name="connsiteX11" fmla="*/ 47 w 47581"/>
                  <a:gd name="connsiteY11" fmla="*/ 666 h 47895"/>
                  <a:gd name="connsiteX12" fmla="*/ 39071 w 47581"/>
                  <a:gd name="connsiteY12" fmla="*/ 666 h 47895"/>
                  <a:gd name="connsiteX13" fmla="*/ 47629 w 47581"/>
                  <a:gd name="connsiteY13" fmla="*/ 9350 h 47895"/>
                  <a:gd name="connsiteX14" fmla="*/ 47629 w 47581"/>
                  <a:gd name="connsiteY14" fmla="*/ 22765 h 47895"/>
                  <a:gd name="connsiteX15" fmla="*/ 7065 w 47581"/>
                  <a:gd name="connsiteY15" fmla="*/ 7889 h 47895"/>
                  <a:gd name="connsiteX16" fmla="*/ 7065 w 47581"/>
                  <a:gd name="connsiteY16" fmla="*/ 24226 h 47895"/>
                  <a:gd name="connsiteX17" fmla="*/ 38985 w 47581"/>
                  <a:gd name="connsiteY17" fmla="*/ 24226 h 47895"/>
                  <a:gd name="connsiteX18" fmla="*/ 40439 w 47581"/>
                  <a:gd name="connsiteY18" fmla="*/ 22765 h 47895"/>
                  <a:gd name="connsiteX19" fmla="*/ 40439 w 47581"/>
                  <a:gd name="connsiteY19" fmla="*/ 9350 h 47895"/>
                  <a:gd name="connsiteX20" fmla="*/ 38985 w 47581"/>
                  <a:gd name="connsiteY20" fmla="*/ 7889 h 47895"/>
                  <a:gd name="connsiteX21" fmla="*/ 7065 w 47581"/>
                  <a:gd name="connsiteY21" fmla="*/ 7889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7581" h="47895">
                    <a:moveTo>
                      <a:pt x="47543" y="22765"/>
                    </a:moveTo>
                    <a:cubicBezTo>
                      <a:pt x="47543" y="27494"/>
                      <a:pt x="43692" y="31449"/>
                      <a:pt x="38985" y="31449"/>
                    </a:cubicBezTo>
                    <a:lnTo>
                      <a:pt x="34192" y="31449"/>
                    </a:lnTo>
                    <a:lnTo>
                      <a:pt x="47629" y="47529"/>
                    </a:lnTo>
                    <a:lnTo>
                      <a:pt x="47629" y="48561"/>
                    </a:lnTo>
                    <a:lnTo>
                      <a:pt x="39157" y="48561"/>
                    </a:lnTo>
                    <a:lnTo>
                      <a:pt x="24866" y="31449"/>
                    </a:lnTo>
                    <a:lnTo>
                      <a:pt x="8605" y="31449"/>
                    </a:lnTo>
                    <a:cubicBezTo>
                      <a:pt x="8093" y="31449"/>
                      <a:pt x="7577" y="31363"/>
                      <a:pt x="7151" y="31277"/>
                    </a:cubicBezTo>
                    <a:lnTo>
                      <a:pt x="7151" y="48475"/>
                    </a:lnTo>
                    <a:lnTo>
                      <a:pt x="47" y="48475"/>
                    </a:lnTo>
                    <a:lnTo>
                      <a:pt x="47" y="666"/>
                    </a:lnTo>
                    <a:lnTo>
                      <a:pt x="39071" y="666"/>
                    </a:lnTo>
                    <a:cubicBezTo>
                      <a:pt x="43864" y="666"/>
                      <a:pt x="47629" y="4621"/>
                      <a:pt x="47629" y="9350"/>
                    </a:cubicBezTo>
                    <a:lnTo>
                      <a:pt x="47629" y="22765"/>
                    </a:lnTo>
                    <a:close/>
                    <a:moveTo>
                      <a:pt x="7065" y="7889"/>
                    </a:moveTo>
                    <a:lnTo>
                      <a:pt x="7065" y="24226"/>
                    </a:lnTo>
                    <a:lnTo>
                      <a:pt x="38985" y="24226"/>
                    </a:lnTo>
                    <a:cubicBezTo>
                      <a:pt x="39755" y="24226"/>
                      <a:pt x="40439" y="23538"/>
                      <a:pt x="40439" y="22765"/>
                    </a:cubicBezTo>
                    <a:lnTo>
                      <a:pt x="40439" y="9350"/>
                    </a:lnTo>
                    <a:cubicBezTo>
                      <a:pt x="40439" y="8576"/>
                      <a:pt x="39755" y="7889"/>
                      <a:pt x="38985" y="7889"/>
                    </a:cubicBezTo>
                    <a:lnTo>
                      <a:pt x="7065" y="7889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27" name="Vrije vorm: vorm 26">
                <a:extLst>
                  <a:ext uri="{FF2B5EF4-FFF2-40B4-BE49-F238E27FC236}">
                    <a16:creationId xmlns:a16="http://schemas.microsoft.com/office/drawing/2014/main" id="{48345045-1610-B483-944A-E5851D568734}"/>
                  </a:ext>
                </a:extLst>
              </p:cNvPr>
              <p:cNvSpPr/>
              <p:nvPr/>
            </p:nvSpPr>
            <p:spPr>
              <a:xfrm>
                <a:off x="2183920" y="5528067"/>
                <a:ext cx="47667" cy="47895"/>
              </a:xfrm>
              <a:custGeom>
                <a:avLst/>
                <a:gdLst>
                  <a:gd name="connsiteX0" fmla="*/ 47629 w 47667"/>
                  <a:gd name="connsiteY0" fmla="*/ 22765 h 47895"/>
                  <a:gd name="connsiteX1" fmla="*/ 39071 w 47667"/>
                  <a:gd name="connsiteY1" fmla="*/ 31449 h 47895"/>
                  <a:gd name="connsiteX2" fmla="*/ 34277 w 47667"/>
                  <a:gd name="connsiteY2" fmla="*/ 31449 h 47895"/>
                  <a:gd name="connsiteX3" fmla="*/ 47715 w 47667"/>
                  <a:gd name="connsiteY3" fmla="*/ 47529 h 47895"/>
                  <a:gd name="connsiteX4" fmla="*/ 47715 w 47667"/>
                  <a:gd name="connsiteY4" fmla="*/ 48561 h 47895"/>
                  <a:gd name="connsiteX5" fmla="*/ 39242 w 47667"/>
                  <a:gd name="connsiteY5" fmla="*/ 48561 h 47895"/>
                  <a:gd name="connsiteX6" fmla="*/ 24952 w 47667"/>
                  <a:gd name="connsiteY6" fmla="*/ 31449 h 47895"/>
                  <a:gd name="connsiteX7" fmla="*/ 8691 w 47667"/>
                  <a:gd name="connsiteY7" fmla="*/ 31449 h 47895"/>
                  <a:gd name="connsiteX8" fmla="*/ 7237 w 47667"/>
                  <a:gd name="connsiteY8" fmla="*/ 31277 h 47895"/>
                  <a:gd name="connsiteX9" fmla="*/ 7237 w 47667"/>
                  <a:gd name="connsiteY9" fmla="*/ 48475 h 47895"/>
                  <a:gd name="connsiteX10" fmla="*/ 47 w 47667"/>
                  <a:gd name="connsiteY10" fmla="*/ 48475 h 47895"/>
                  <a:gd name="connsiteX11" fmla="*/ 47 w 47667"/>
                  <a:gd name="connsiteY11" fmla="*/ 666 h 47895"/>
                  <a:gd name="connsiteX12" fmla="*/ 39071 w 47667"/>
                  <a:gd name="connsiteY12" fmla="*/ 666 h 47895"/>
                  <a:gd name="connsiteX13" fmla="*/ 47629 w 47667"/>
                  <a:gd name="connsiteY13" fmla="*/ 9350 h 47895"/>
                  <a:gd name="connsiteX14" fmla="*/ 47629 w 47667"/>
                  <a:gd name="connsiteY14" fmla="*/ 22765 h 47895"/>
                  <a:gd name="connsiteX15" fmla="*/ 7151 w 47667"/>
                  <a:gd name="connsiteY15" fmla="*/ 7889 h 47895"/>
                  <a:gd name="connsiteX16" fmla="*/ 7151 w 47667"/>
                  <a:gd name="connsiteY16" fmla="*/ 24226 h 47895"/>
                  <a:gd name="connsiteX17" fmla="*/ 39071 w 47667"/>
                  <a:gd name="connsiteY17" fmla="*/ 24226 h 47895"/>
                  <a:gd name="connsiteX18" fmla="*/ 40525 w 47667"/>
                  <a:gd name="connsiteY18" fmla="*/ 22765 h 47895"/>
                  <a:gd name="connsiteX19" fmla="*/ 40525 w 47667"/>
                  <a:gd name="connsiteY19" fmla="*/ 9350 h 47895"/>
                  <a:gd name="connsiteX20" fmla="*/ 39071 w 47667"/>
                  <a:gd name="connsiteY20" fmla="*/ 7889 h 47895"/>
                  <a:gd name="connsiteX21" fmla="*/ 7151 w 47667"/>
                  <a:gd name="connsiteY21" fmla="*/ 7889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7667" h="47895">
                    <a:moveTo>
                      <a:pt x="47629" y="22765"/>
                    </a:moveTo>
                    <a:cubicBezTo>
                      <a:pt x="47629" y="27494"/>
                      <a:pt x="43778" y="31449"/>
                      <a:pt x="39071" y="31449"/>
                    </a:cubicBezTo>
                    <a:lnTo>
                      <a:pt x="34277" y="31449"/>
                    </a:lnTo>
                    <a:lnTo>
                      <a:pt x="47715" y="47529"/>
                    </a:lnTo>
                    <a:lnTo>
                      <a:pt x="47715" y="48561"/>
                    </a:lnTo>
                    <a:lnTo>
                      <a:pt x="39242" y="48561"/>
                    </a:lnTo>
                    <a:lnTo>
                      <a:pt x="24952" y="31449"/>
                    </a:lnTo>
                    <a:lnTo>
                      <a:pt x="8691" y="31449"/>
                    </a:lnTo>
                    <a:cubicBezTo>
                      <a:pt x="8179" y="31449"/>
                      <a:pt x="7663" y="31363"/>
                      <a:pt x="7237" y="31277"/>
                    </a:cubicBezTo>
                    <a:lnTo>
                      <a:pt x="7237" y="48475"/>
                    </a:lnTo>
                    <a:lnTo>
                      <a:pt x="47" y="48475"/>
                    </a:lnTo>
                    <a:lnTo>
                      <a:pt x="47" y="666"/>
                    </a:lnTo>
                    <a:lnTo>
                      <a:pt x="39071" y="666"/>
                    </a:lnTo>
                    <a:cubicBezTo>
                      <a:pt x="43864" y="666"/>
                      <a:pt x="47629" y="4621"/>
                      <a:pt x="47629" y="9350"/>
                    </a:cubicBezTo>
                    <a:lnTo>
                      <a:pt x="47629" y="22765"/>
                    </a:lnTo>
                    <a:close/>
                    <a:moveTo>
                      <a:pt x="7151" y="7889"/>
                    </a:moveTo>
                    <a:lnTo>
                      <a:pt x="7151" y="24226"/>
                    </a:lnTo>
                    <a:lnTo>
                      <a:pt x="39071" y="24226"/>
                    </a:lnTo>
                    <a:cubicBezTo>
                      <a:pt x="39841" y="24226"/>
                      <a:pt x="40525" y="23538"/>
                      <a:pt x="40525" y="22765"/>
                    </a:cubicBezTo>
                    <a:lnTo>
                      <a:pt x="40525" y="9350"/>
                    </a:lnTo>
                    <a:cubicBezTo>
                      <a:pt x="40525" y="8576"/>
                      <a:pt x="39841" y="7889"/>
                      <a:pt x="39071" y="7889"/>
                    </a:cubicBezTo>
                    <a:lnTo>
                      <a:pt x="7151" y="7889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28" name="Vrije vorm: vorm 27">
                <a:extLst>
                  <a:ext uri="{FF2B5EF4-FFF2-40B4-BE49-F238E27FC236}">
                    <a16:creationId xmlns:a16="http://schemas.microsoft.com/office/drawing/2014/main" id="{5C11B645-89AA-2623-CDFF-1DD059F1B0F0}"/>
                  </a:ext>
                </a:extLst>
              </p:cNvPr>
              <p:cNvSpPr/>
              <p:nvPr/>
            </p:nvSpPr>
            <p:spPr>
              <a:xfrm>
                <a:off x="1549108" y="5528067"/>
                <a:ext cx="47581" cy="47895"/>
              </a:xfrm>
              <a:custGeom>
                <a:avLst/>
                <a:gdLst>
                  <a:gd name="connsiteX0" fmla="*/ 47629 w 47581"/>
                  <a:gd name="connsiteY0" fmla="*/ 12102 h 47895"/>
                  <a:gd name="connsiteX1" fmla="*/ 40525 w 47581"/>
                  <a:gd name="connsiteY1" fmla="*/ 12102 h 47895"/>
                  <a:gd name="connsiteX2" fmla="*/ 40525 w 47581"/>
                  <a:gd name="connsiteY2" fmla="*/ 9264 h 47895"/>
                  <a:gd name="connsiteX3" fmla="*/ 39071 w 47581"/>
                  <a:gd name="connsiteY3" fmla="*/ 7803 h 47895"/>
                  <a:gd name="connsiteX4" fmla="*/ 8605 w 47581"/>
                  <a:gd name="connsiteY4" fmla="*/ 7803 h 47895"/>
                  <a:gd name="connsiteX5" fmla="*/ 7151 w 47581"/>
                  <a:gd name="connsiteY5" fmla="*/ 9264 h 47895"/>
                  <a:gd name="connsiteX6" fmla="*/ 7151 w 47581"/>
                  <a:gd name="connsiteY6" fmla="*/ 19497 h 47895"/>
                  <a:gd name="connsiteX7" fmla="*/ 8605 w 47581"/>
                  <a:gd name="connsiteY7" fmla="*/ 20959 h 47895"/>
                  <a:gd name="connsiteX8" fmla="*/ 39071 w 47581"/>
                  <a:gd name="connsiteY8" fmla="*/ 20959 h 47895"/>
                  <a:gd name="connsiteX9" fmla="*/ 47629 w 47581"/>
                  <a:gd name="connsiteY9" fmla="*/ 29644 h 47895"/>
                  <a:gd name="connsiteX10" fmla="*/ 47629 w 47581"/>
                  <a:gd name="connsiteY10" fmla="*/ 39876 h 47895"/>
                  <a:gd name="connsiteX11" fmla="*/ 39071 w 47581"/>
                  <a:gd name="connsiteY11" fmla="*/ 48561 h 47895"/>
                  <a:gd name="connsiteX12" fmla="*/ 8605 w 47581"/>
                  <a:gd name="connsiteY12" fmla="*/ 48561 h 47895"/>
                  <a:gd name="connsiteX13" fmla="*/ 47 w 47581"/>
                  <a:gd name="connsiteY13" fmla="*/ 39876 h 47895"/>
                  <a:gd name="connsiteX14" fmla="*/ 47 w 47581"/>
                  <a:gd name="connsiteY14" fmla="*/ 37125 h 47895"/>
                  <a:gd name="connsiteX15" fmla="*/ 7151 w 47581"/>
                  <a:gd name="connsiteY15" fmla="*/ 37125 h 47895"/>
                  <a:gd name="connsiteX16" fmla="*/ 7151 w 47581"/>
                  <a:gd name="connsiteY16" fmla="*/ 39876 h 47895"/>
                  <a:gd name="connsiteX17" fmla="*/ 8605 w 47581"/>
                  <a:gd name="connsiteY17" fmla="*/ 41338 h 47895"/>
                  <a:gd name="connsiteX18" fmla="*/ 39071 w 47581"/>
                  <a:gd name="connsiteY18" fmla="*/ 41338 h 47895"/>
                  <a:gd name="connsiteX19" fmla="*/ 40525 w 47581"/>
                  <a:gd name="connsiteY19" fmla="*/ 39876 h 47895"/>
                  <a:gd name="connsiteX20" fmla="*/ 40525 w 47581"/>
                  <a:gd name="connsiteY20" fmla="*/ 29644 h 47895"/>
                  <a:gd name="connsiteX21" fmla="*/ 39071 w 47581"/>
                  <a:gd name="connsiteY21" fmla="*/ 28182 h 47895"/>
                  <a:gd name="connsiteX22" fmla="*/ 8605 w 47581"/>
                  <a:gd name="connsiteY22" fmla="*/ 28182 h 47895"/>
                  <a:gd name="connsiteX23" fmla="*/ 47 w 47581"/>
                  <a:gd name="connsiteY23" fmla="*/ 19497 h 47895"/>
                  <a:gd name="connsiteX24" fmla="*/ 47 w 47581"/>
                  <a:gd name="connsiteY24" fmla="*/ 9264 h 47895"/>
                  <a:gd name="connsiteX25" fmla="*/ 8605 w 47581"/>
                  <a:gd name="connsiteY25" fmla="*/ 666 h 47895"/>
                  <a:gd name="connsiteX26" fmla="*/ 39071 w 47581"/>
                  <a:gd name="connsiteY26" fmla="*/ 666 h 47895"/>
                  <a:gd name="connsiteX27" fmla="*/ 47629 w 47581"/>
                  <a:gd name="connsiteY27" fmla="*/ 9264 h 47895"/>
                  <a:gd name="connsiteX28" fmla="*/ 47629 w 47581"/>
                  <a:gd name="connsiteY28" fmla="*/ 12102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7581" h="47895">
                    <a:moveTo>
                      <a:pt x="47629" y="12102"/>
                    </a:moveTo>
                    <a:lnTo>
                      <a:pt x="40525" y="12102"/>
                    </a:lnTo>
                    <a:lnTo>
                      <a:pt x="40525" y="9264"/>
                    </a:lnTo>
                    <a:cubicBezTo>
                      <a:pt x="40525" y="8491"/>
                      <a:pt x="39841" y="7803"/>
                      <a:pt x="39071" y="7803"/>
                    </a:cubicBezTo>
                    <a:lnTo>
                      <a:pt x="8605" y="7803"/>
                    </a:lnTo>
                    <a:cubicBezTo>
                      <a:pt x="7835" y="7803"/>
                      <a:pt x="7151" y="8491"/>
                      <a:pt x="7151" y="9264"/>
                    </a:cubicBezTo>
                    <a:lnTo>
                      <a:pt x="7151" y="19497"/>
                    </a:lnTo>
                    <a:cubicBezTo>
                      <a:pt x="7151" y="20271"/>
                      <a:pt x="7835" y="20959"/>
                      <a:pt x="8605" y="20959"/>
                    </a:cubicBezTo>
                    <a:lnTo>
                      <a:pt x="39071" y="20959"/>
                    </a:lnTo>
                    <a:cubicBezTo>
                      <a:pt x="43864" y="20959"/>
                      <a:pt x="47629" y="24828"/>
                      <a:pt x="47629" y="29644"/>
                    </a:cubicBezTo>
                    <a:lnTo>
                      <a:pt x="47629" y="39876"/>
                    </a:lnTo>
                    <a:cubicBezTo>
                      <a:pt x="47629" y="44692"/>
                      <a:pt x="43778" y="48561"/>
                      <a:pt x="39071" y="48561"/>
                    </a:cubicBezTo>
                    <a:lnTo>
                      <a:pt x="8605" y="48561"/>
                    </a:lnTo>
                    <a:cubicBezTo>
                      <a:pt x="3812" y="48561"/>
                      <a:pt x="47" y="44692"/>
                      <a:pt x="47" y="39876"/>
                    </a:cubicBezTo>
                    <a:lnTo>
                      <a:pt x="47" y="37125"/>
                    </a:lnTo>
                    <a:lnTo>
                      <a:pt x="7151" y="37125"/>
                    </a:lnTo>
                    <a:lnTo>
                      <a:pt x="7151" y="39876"/>
                    </a:lnTo>
                    <a:cubicBezTo>
                      <a:pt x="7151" y="40650"/>
                      <a:pt x="7835" y="41338"/>
                      <a:pt x="8605" y="41338"/>
                    </a:cubicBezTo>
                    <a:lnTo>
                      <a:pt x="39071" y="41338"/>
                    </a:lnTo>
                    <a:cubicBezTo>
                      <a:pt x="39841" y="41338"/>
                      <a:pt x="40525" y="40650"/>
                      <a:pt x="40525" y="39876"/>
                    </a:cubicBezTo>
                    <a:lnTo>
                      <a:pt x="40525" y="29644"/>
                    </a:lnTo>
                    <a:cubicBezTo>
                      <a:pt x="40525" y="28870"/>
                      <a:pt x="39841" y="28182"/>
                      <a:pt x="39071" y="28182"/>
                    </a:cubicBezTo>
                    <a:lnTo>
                      <a:pt x="8605" y="28182"/>
                    </a:lnTo>
                    <a:cubicBezTo>
                      <a:pt x="3812" y="28182"/>
                      <a:pt x="47" y="24312"/>
                      <a:pt x="47" y="19497"/>
                    </a:cubicBezTo>
                    <a:lnTo>
                      <a:pt x="47" y="9264"/>
                    </a:lnTo>
                    <a:cubicBezTo>
                      <a:pt x="47" y="4449"/>
                      <a:pt x="3898" y="666"/>
                      <a:pt x="8605" y="666"/>
                    </a:cubicBezTo>
                    <a:lnTo>
                      <a:pt x="39071" y="666"/>
                    </a:lnTo>
                    <a:cubicBezTo>
                      <a:pt x="43864" y="666"/>
                      <a:pt x="47629" y="4535"/>
                      <a:pt x="47629" y="9264"/>
                    </a:cubicBezTo>
                    <a:lnTo>
                      <a:pt x="47629" y="12102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29" name="Vrije vorm: vorm 28">
                <a:extLst>
                  <a:ext uri="{FF2B5EF4-FFF2-40B4-BE49-F238E27FC236}">
                    <a16:creationId xmlns:a16="http://schemas.microsoft.com/office/drawing/2014/main" id="{817DD7D3-9084-FE94-D33F-7D4E6CFF2489}"/>
                  </a:ext>
                </a:extLst>
              </p:cNvPr>
              <p:cNvSpPr/>
              <p:nvPr/>
            </p:nvSpPr>
            <p:spPr>
              <a:xfrm>
                <a:off x="1614233" y="5528067"/>
                <a:ext cx="7103" cy="47895"/>
              </a:xfrm>
              <a:custGeom>
                <a:avLst/>
                <a:gdLst>
                  <a:gd name="connsiteX0" fmla="*/ 47 w 7103"/>
                  <a:gd name="connsiteY0" fmla="*/ 666 h 47895"/>
                  <a:gd name="connsiteX1" fmla="*/ 7151 w 7103"/>
                  <a:gd name="connsiteY1" fmla="*/ 666 h 47895"/>
                  <a:gd name="connsiteX2" fmla="*/ 7151 w 7103"/>
                  <a:gd name="connsiteY2" fmla="*/ 48561 h 47895"/>
                  <a:gd name="connsiteX3" fmla="*/ 47 w 7103"/>
                  <a:gd name="connsiteY3" fmla="*/ 48561 h 47895"/>
                  <a:gd name="connsiteX4" fmla="*/ 47 w 7103"/>
                  <a:gd name="connsiteY4" fmla="*/ 666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03" h="47895">
                    <a:moveTo>
                      <a:pt x="47" y="666"/>
                    </a:moveTo>
                    <a:lnTo>
                      <a:pt x="7151" y="666"/>
                    </a:lnTo>
                    <a:lnTo>
                      <a:pt x="7151" y="48561"/>
                    </a:lnTo>
                    <a:lnTo>
                      <a:pt x="47" y="48561"/>
                    </a:lnTo>
                    <a:lnTo>
                      <a:pt x="47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30" name="Vrije vorm: vorm 29">
                <a:extLst>
                  <a:ext uri="{FF2B5EF4-FFF2-40B4-BE49-F238E27FC236}">
                    <a16:creationId xmlns:a16="http://schemas.microsoft.com/office/drawing/2014/main" id="{675908FA-07EB-340D-79EC-EB68B9800A6B}"/>
                  </a:ext>
                </a:extLst>
              </p:cNvPr>
              <p:cNvSpPr/>
              <p:nvPr/>
            </p:nvSpPr>
            <p:spPr>
              <a:xfrm>
                <a:off x="1633145" y="5528067"/>
                <a:ext cx="47667" cy="47809"/>
              </a:xfrm>
              <a:custGeom>
                <a:avLst/>
                <a:gdLst>
                  <a:gd name="connsiteX0" fmla="*/ 47629 w 47667"/>
                  <a:gd name="connsiteY0" fmla="*/ 666 h 47809"/>
                  <a:gd name="connsiteX1" fmla="*/ 47629 w 47667"/>
                  <a:gd name="connsiteY1" fmla="*/ 7803 h 47809"/>
                  <a:gd name="connsiteX2" fmla="*/ 27431 w 47667"/>
                  <a:gd name="connsiteY2" fmla="*/ 7803 h 47809"/>
                  <a:gd name="connsiteX3" fmla="*/ 27431 w 47667"/>
                  <a:gd name="connsiteY3" fmla="*/ 48475 h 47809"/>
                  <a:gd name="connsiteX4" fmla="*/ 20330 w 47667"/>
                  <a:gd name="connsiteY4" fmla="*/ 48475 h 47809"/>
                  <a:gd name="connsiteX5" fmla="*/ 20330 w 47667"/>
                  <a:gd name="connsiteY5" fmla="*/ 7803 h 47809"/>
                  <a:gd name="connsiteX6" fmla="*/ 47 w 47667"/>
                  <a:gd name="connsiteY6" fmla="*/ 7803 h 47809"/>
                  <a:gd name="connsiteX7" fmla="*/ 47 w 47667"/>
                  <a:gd name="connsiteY7" fmla="*/ 666 h 47809"/>
                  <a:gd name="connsiteX8" fmla="*/ 47715 w 47667"/>
                  <a:gd name="connsiteY8" fmla="*/ 666 h 47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667" h="47809">
                    <a:moveTo>
                      <a:pt x="47629" y="666"/>
                    </a:moveTo>
                    <a:lnTo>
                      <a:pt x="47629" y="7803"/>
                    </a:lnTo>
                    <a:lnTo>
                      <a:pt x="27431" y="7803"/>
                    </a:lnTo>
                    <a:lnTo>
                      <a:pt x="27431" y="48475"/>
                    </a:lnTo>
                    <a:lnTo>
                      <a:pt x="20330" y="48475"/>
                    </a:lnTo>
                    <a:lnTo>
                      <a:pt x="20330" y="7803"/>
                    </a:lnTo>
                    <a:lnTo>
                      <a:pt x="47" y="7803"/>
                    </a:lnTo>
                    <a:lnTo>
                      <a:pt x="47" y="666"/>
                    </a:lnTo>
                    <a:lnTo>
                      <a:pt x="47715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31" name="Vrije vorm: vorm 30">
                <a:extLst>
                  <a:ext uri="{FF2B5EF4-FFF2-40B4-BE49-F238E27FC236}">
                    <a16:creationId xmlns:a16="http://schemas.microsoft.com/office/drawing/2014/main" id="{45ABFF35-C9FE-6FBB-F961-25B2E95FD46D}"/>
                  </a:ext>
                </a:extLst>
              </p:cNvPr>
              <p:cNvSpPr/>
              <p:nvPr/>
            </p:nvSpPr>
            <p:spPr>
              <a:xfrm>
                <a:off x="1685689" y="5528067"/>
                <a:ext cx="51089" cy="47895"/>
              </a:xfrm>
              <a:custGeom>
                <a:avLst/>
                <a:gdLst>
                  <a:gd name="connsiteX0" fmla="*/ 51137 w 51089"/>
                  <a:gd name="connsiteY0" fmla="*/ 666 h 47895"/>
                  <a:gd name="connsiteX1" fmla="*/ 29144 w 51089"/>
                  <a:gd name="connsiteY1" fmla="*/ 30589 h 47895"/>
                  <a:gd name="connsiteX2" fmla="*/ 29144 w 51089"/>
                  <a:gd name="connsiteY2" fmla="*/ 48561 h 47895"/>
                  <a:gd name="connsiteX3" fmla="*/ 22040 w 51089"/>
                  <a:gd name="connsiteY3" fmla="*/ 48561 h 47895"/>
                  <a:gd name="connsiteX4" fmla="*/ 22040 w 51089"/>
                  <a:gd name="connsiteY4" fmla="*/ 30589 h 47895"/>
                  <a:gd name="connsiteX5" fmla="*/ 47 w 51089"/>
                  <a:gd name="connsiteY5" fmla="*/ 666 h 47895"/>
                  <a:gd name="connsiteX6" fmla="*/ 8434 w 51089"/>
                  <a:gd name="connsiteY6" fmla="*/ 666 h 47895"/>
                  <a:gd name="connsiteX7" fmla="*/ 25550 w 51089"/>
                  <a:gd name="connsiteY7" fmla="*/ 22507 h 47895"/>
                  <a:gd name="connsiteX8" fmla="*/ 42581 w 51089"/>
                  <a:gd name="connsiteY8" fmla="*/ 666 h 47895"/>
                  <a:gd name="connsiteX9" fmla="*/ 51051 w 51089"/>
                  <a:gd name="connsiteY9" fmla="*/ 666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089" h="47895">
                    <a:moveTo>
                      <a:pt x="51137" y="666"/>
                    </a:moveTo>
                    <a:lnTo>
                      <a:pt x="29144" y="30589"/>
                    </a:lnTo>
                    <a:lnTo>
                      <a:pt x="29144" y="48561"/>
                    </a:lnTo>
                    <a:lnTo>
                      <a:pt x="22040" y="48561"/>
                    </a:lnTo>
                    <a:lnTo>
                      <a:pt x="22040" y="30589"/>
                    </a:lnTo>
                    <a:lnTo>
                      <a:pt x="47" y="666"/>
                    </a:lnTo>
                    <a:lnTo>
                      <a:pt x="8434" y="666"/>
                    </a:lnTo>
                    <a:lnTo>
                      <a:pt x="25550" y="22507"/>
                    </a:lnTo>
                    <a:lnTo>
                      <a:pt x="42581" y="666"/>
                    </a:lnTo>
                    <a:lnTo>
                      <a:pt x="51051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32" name="Vrije vorm: vorm 31">
                <a:extLst>
                  <a:ext uri="{FF2B5EF4-FFF2-40B4-BE49-F238E27FC236}">
                    <a16:creationId xmlns:a16="http://schemas.microsoft.com/office/drawing/2014/main" id="{0075CE1D-6BB8-930C-9D3F-57110FBD42EF}"/>
                  </a:ext>
                </a:extLst>
              </p:cNvPr>
              <p:cNvSpPr/>
              <p:nvPr/>
            </p:nvSpPr>
            <p:spPr>
              <a:xfrm>
                <a:off x="1937715" y="5528067"/>
                <a:ext cx="43644" cy="47895"/>
              </a:xfrm>
              <a:custGeom>
                <a:avLst/>
                <a:gdLst>
                  <a:gd name="connsiteX0" fmla="*/ 43692 w 43644"/>
                  <a:gd name="connsiteY0" fmla="*/ 7803 h 47895"/>
                  <a:gd name="connsiteX1" fmla="*/ 7151 w 43644"/>
                  <a:gd name="connsiteY1" fmla="*/ 7803 h 47895"/>
                  <a:gd name="connsiteX2" fmla="*/ 7151 w 43644"/>
                  <a:gd name="connsiteY2" fmla="*/ 20959 h 47895"/>
                  <a:gd name="connsiteX3" fmla="*/ 36502 w 43644"/>
                  <a:gd name="connsiteY3" fmla="*/ 20959 h 47895"/>
                  <a:gd name="connsiteX4" fmla="*/ 36502 w 43644"/>
                  <a:gd name="connsiteY4" fmla="*/ 28182 h 47895"/>
                  <a:gd name="connsiteX5" fmla="*/ 7151 w 43644"/>
                  <a:gd name="connsiteY5" fmla="*/ 28182 h 47895"/>
                  <a:gd name="connsiteX6" fmla="*/ 7151 w 43644"/>
                  <a:gd name="connsiteY6" fmla="*/ 41338 h 47895"/>
                  <a:gd name="connsiteX7" fmla="*/ 43692 w 43644"/>
                  <a:gd name="connsiteY7" fmla="*/ 41338 h 47895"/>
                  <a:gd name="connsiteX8" fmla="*/ 43692 w 43644"/>
                  <a:gd name="connsiteY8" fmla="*/ 48561 h 47895"/>
                  <a:gd name="connsiteX9" fmla="*/ 47 w 43644"/>
                  <a:gd name="connsiteY9" fmla="*/ 48561 h 47895"/>
                  <a:gd name="connsiteX10" fmla="*/ 47 w 43644"/>
                  <a:gd name="connsiteY10" fmla="*/ 666 h 47895"/>
                  <a:gd name="connsiteX11" fmla="*/ 43692 w 43644"/>
                  <a:gd name="connsiteY11" fmla="*/ 666 h 47895"/>
                  <a:gd name="connsiteX12" fmla="*/ 43692 w 43644"/>
                  <a:gd name="connsiteY12" fmla="*/ 7803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644" h="47895">
                    <a:moveTo>
                      <a:pt x="43692" y="7803"/>
                    </a:moveTo>
                    <a:lnTo>
                      <a:pt x="7151" y="7803"/>
                    </a:lnTo>
                    <a:lnTo>
                      <a:pt x="7151" y="20959"/>
                    </a:lnTo>
                    <a:lnTo>
                      <a:pt x="36502" y="20959"/>
                    </a:lnTo>
                    <a:lnTo>
                      <a:pt x="36502" y="28182"/>
                    </a:lnTo>
                    <a:lnTo>
                      <a:pt x="7151" y="28182"/>
                    </a:lnTo>
                    <a:lnTo>
                      <a:pt x="7151" y="41338"/>
                    </a:lnTo>
                    <a:lnTo>
                      <a:pt x="43692" y="41338"/>
                    </a:lnTo>
                    <a:lnTo>
                      <a:pt x="43692" y="48561"/>
                    </a:lnTo>
                    <a:lnTo>
                      <a:pt x="47" y="48561"/>
                    </a:lnTo>
                    <a:lnTo>
                      <a:pt x="47" y="666"/>
                    </a:lnTo>
                    <a:lnTo>
                      <a:pt x="43692" y="666"/>
                    </a:lnTo>
                    <a:lnTo>
                      <a:pt x="43692" y="7803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33" name="Vrije vorm: vorm 32">
                <a:extLst>
                  <a:ext uri="{FF2B5EF4-FFF2-40B4-BE49-F238E27FC236}">
                    <a16:creationId xmlns:a16="http://schemas.microsoft.com/office/drawing/2014/main" id="{EEF3F1BD-9815-53CC-2286-E183C93A76D2}"/>
                  </a:ext>
                </a:extLst>
              </p:cNvPr>
              <p:cNvSpPr/>
              <p:nvPr/>
            </p:nvSpPr>
            <p:spPr>
              <a:xfrm>
                <a:off x="1995994" y="5528067"/>
                <a:ext cx="47579" cy="47895"/>
              </a:xfrm>
              <a:custGeom>
                <a:avLst/>
                <a:gdLst>
                  <a:gd name="connsiteX0" fmla="*/ 47540 w 47579"/>
                  <a:gd name="connsiteY0" fmla="*/ 12102 h 47895"/>
                  <a:gd name="connsiteX1" fmla="*/ 40439 w 47579"/>
                  <a:gd name="connsiteY1" fmla="*/ 12102 h 47895"/>
                  <a:gd name="connsiteX2" fmla="*/ 40439 w 47579"/>
                  <a:gd name="connsiteY2" fmla="*/ 9264 h 47895"/>
                  <a:gd name="connsiteX3" fmla="*/ 38985 w 47579"/>
                  <a:gd name="connsiteY3" fmla="*/ 7803 h 47895"/>
                  <a:gd name="connsiteX4" fmla="*/ 8603 w 47579"/>
                  <a:gd name="connsiteY4" fmla="*/ 7803 h 47895"/>
                  <a:gd name="connsiteX5" fmla="*/ 7148 w 47579"/>
                  <a:gd name="connsiteY5" fmla="*/ 9264 h 47895"/>
                  <a:gd name="connsiteX6" fmla="*/ 7148 w 47579"/>
                  <a:gd name="connsiteY6" fmla="*/ 19497 h 47895"/>
                  <a:gd name="connsiteX7" fmla="*/ 8603 w 47579"/>
                  <a:gd name="connsiteY7" fmla="*/ 20959 h 47895"/>
                  <a:gd name="connsiteX8" fmla="*/ 38985 w 47579"/>
                  <a:gd name="connsiteY8" fmla="*/ 20959 h 47895"/>
                  <a:gd name="connsiteX9" fmla="*/ 47626 w 47579"/>
                  <a:gd name="connsiteY9" fmla="*/ 29644 h 47895"/>
                  <a:gd name="connsiteX10" fmla="*/ 47626 w 47579"/>
                  <a:gd name="connsiteY10" fmla="*/ 39876 h 47895"/>
                  <a:gd name="connsiteX11" fmla="*/ 38985 w 47579"/>
                  <a:gd name="connsiteY11" fmla="*/ 48561 h 47895"/>
                  <a:gd name="connsiteX12" fmla="*/ 8603 w 47579"/>
                  <a:gd name="connsiteY12" fmla="*/ 48561 h 47895"/>
                  <a:gd name="connsiteX13" fmla="*/ 47 w 47579"/>
                  <a:gd name="connsiteY13" fmla="*/ 39876 h 47895"/>
                  <a:gd name="connsiteX14" fmla="*/ 47 w 47579"/>
                  <a:gd name="connsiteY14" fmla="*/ 37125 h 47895"/>
                  <a:gd name="connsiteX15" fmla="*/ 7148 w 47579"/>
                  <a:gd name="connsiteY15" fmla="*/ 37125 h 47895"/>
                  <a:gd name="connsiteX16" fmla="*/ 7148 w 47579"/>
                  <a:gd name="connsiteY16" fmla="*/ 39876 h 47895"/>
                  <a:gd name="connsiteX17" fmla="*/ 8603 w 47579"/>
                  <a:gd name="connsiteY17" fmla="*/ 41338 h 47895"/>
                  <a:gd name="connsiteX18" fmla="*/ 38985 w 47579"/>
                  <a:gd name="connsiteY18" fmla="*/ 41338 h 47895"/>
                  <a:gd name="connsiteX19" fmla="*/ 40439 w 47579"/>
                  <a:gd name="connsiteY19" fmla="*/ 39876 h 47895"/>
                  <a:gd name="connsiteX20" fmla="*/ 40439 w 47579"/>
                  <a:gd name="connsiteY20" fmla="*/ 29644 h 47895"/>
                  <a:gd name="connsiteX21" fmla="*/ 38985 w 47579"/>
                  <a:gd name="connsiteY21" fmla="*/ 28182 h 47895"/>
                  <a:gd name="connsiteX22" fmla="*/ 8603 w 47579"/>
                  <a:gd name="connsiteY22" fmla="*/ 28182 h 47895"/>
                  <a:gd name="connsiteX23" fmla="*/ 47 w 47579"/>
                  <a:gd name="connsiteY23" fmla="*/ 19497 h 47895"/>
                  <a:gd name="connsiteX24" fmla="*/ 47 w 47579"/>
                  <a:gd name="connsiteY24" fmla="*/ 9264 h 47895"/>
                  <a:gd name="connsiteX25" fmla="*/ 8603 w 47579"/>
                  <a:gd name="connsiteY25" fmla="*/ 666 h 47895"/>
                  <a:gd name="connsiteX26" fmla="*/ 38985 w 47579"/>
                  <a:gd name="connsiteY26" fmla="*/ 666 h 47895"/>
                  <a:gd name="connsiteX27" fmla="*/ 47626 w 47579"/>
                  <a:gd name="connsiteY27" fmla="*/ 9264 h 47895"/>
                  <a:gd name="connsiteX28" fmla="*/ 47626 w 47579"/>
                  <a:gd name="connsiteY28" fmla="*/ 12102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7579" h="47895">
                    <a:moveTo>
                      <a:pt x="47540" y="12102"/>
                    </a:moveTo>
                    <a:lnTo>
                      <a:pt x="40439" y="12102"/>
                    </a:lnTo>
                    <a:lnTo>
                      <a:pt x="40439" y="9264"/>
                    </a:lnTo>
                    <a:cubicBezTo>
                      <a:pt x="40439" y="8491"/>
                      <a:pt x="39755" y="7803"/>
                      <a:pt x="38985" y="7803"/>
                    </a:cubicBezTo>
                    <a:lnTo>
                      <a:pt x="8603" y="7803"/>
                    </a:lnTo>
                    <a:cubicBezTo>
                      <a:pt x="7832" y="7803"/>
                      <a:pt x="7148" y="8491"/>
                      <a:pt x="7148" y="9264"/>
                    </a:cubicBezTo>
                    <a:lnTo>
                      <a:pt x="7148" y="19497"/>
                    </a:lnTo>
                    <a:cubicBezTo>
                      <a:pt x="7148" y="20271"/>
                      <a:pt x="7832" y="20959"/>
                      <a:pt x="8603" y="20959"/>
                    </a:cubicBezTo>
                    <a:lnTo>
                      <a:pt x="38985" y="20959"/>
                    </a:lnTo>
                    <a:cubicBezTo>
                      <a:pt x="43775" y="20959"/>
                      <a:pt x="47626" y="24828"/>
                      <a:pt x="47626" y="29644"/>
                    </a:cubicBezTo>
                    <a:lnTo>
                      <a:pt x="47626" y="39876"/>
                    </a:lnTo>
                    <a:cubicBezTo>
                      <a:pt x="47626" y="44692"/>
                      <a:pt x="43775" y="48561"/>
                      <a:pt x="38985" y="48561"/>
                    </a:cubicBezTo>
                    <a:lnTo>
                      <a:pt x="8603" y="48561"/>
                    </a:lnTo>
                    <a:cubicBezTo>
                      <a:pt x="3812" y="48561"/>
                      <a:pt x="47" y="44692"/>
                      <a:pt x="47" y="39876"/>
                    </a:cubicBezTo>
                    <a:lnTo>
                      <a:pt x="47" y="37125"/>
                    </a:lnTo>
                    <a:lnTo>
                      <a:pt x="7148" y="37125"/>
                    </a:lnTo>
                    <a:lnTo>
                      <a:pt x="7148" y="39876"/>
                    </a:lnTo>
                    <a:cubicBezTo>
                      <a:pt x="7148" y="40650"/>
                      <a:pt x="7832" y="41338"/>
                      <a:pt x="8603" y="41338"/>
                    </a:cubicBezTo>
                    <a:lnTo>
                      <a:pt x="38985" y="41338"/>
                    </a:lnTo>
                    <a:cubicBezTo>
                      <a:pt x="39755" y="41338"/>
                      <a:pt x="40439" y="40650"/>
                      <a:pt x="40439" y="39876"/>
                    </a:cubicBezTo>
                    <a:lnTo>
                      <a:pt x="40439" y="29644"/>
                    </a:lnTo>
                    <a:cubicBezTo>
                      <a:pt x="40439" y="28870"/>
                      <a:pt x="39755" y="28182"/>
                      <a:pt x="38985" y="28182"/>
                    </a:cubicBezTo>
                    <a:lnTo>
                      <a:pt x="8603" y="28182"/>
                    </a:lnTo>
                    <a:cubicBezTo>
                      <a:pt x="3812" y="28182"/>
                      <a:pt x="47" y="24312"/>
                      <a:pt x="47" y="19497"/>
                    </a:cubicBezTo>
                    <a:lnTo>
                      <a:pt x="47" y="9264"/>
                    </a:lnTo>
                    <a:cubicBezTo>
                      <a:pt x="47" y="4449"/>
                      <a:pt x="3895" y="666"/>
                      <a:pt x="8603" y="666"/>
                    </a:cubicBezTo>
                    <a:lnTo>
                      <a:pt x="38985" y="666"/>
                    </a:lnTo>
                    <a:cubicBezTo>
                      <a:pt x="43775" y="666"/>
                      <a:pt x="47626" y="4535"/>
                      <a:pt x="47626" y="9264"/>
                    </a:cubicBezTo>
                    <a:lnTo>
                      <a:pt x="47626" y="12102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34" name="Vrije vorm: vorm 33">
                <a:extLst>
                  <a:ext uri="{FF2B5EF4-FFF2-40B4-BE49-F238E27FC236}">
                    <a16:creationId xmlns:a16="http://schemas.microsoft.com/office/drawing/2014/main" id="{EF5D02C7-B5B7-AB44-7708-D9DC18783A88}"/>
                  </a:ext>
                </a:extLst>
              </p:cNvPr>
              <p:cNvSpPr/>
              <p:nvPr/>
            </p:nvSpPr>
            <p:spPr>
              <a:xfrm>
                <a:off x="2061031" y="5528067"/>
                <a:ext cx="43644" cy="47895"/>
              </a:xfrm>
              <a:custGeom>
                <a:avLst/>
                <a:gdLst>
                  <a:gd name="connsiteX0" fmla="*/ 43692 w 43644"/>
                  <a:gd name="connsiteY0" fmla="*/ 7803 h 47895"/>
                  <a:gd name="connsiteX1" fmla="*/ 7237 w 43644"/>
                  <a:gd name="connsiteY1" fmla="*/ 7803 h 47895"/>
                  <a:gd name="connsiteX2" fmla="*/ 7237 w 43644"/>
                  <a:gd name="connsiteY2" fmla="*/ 20959 h 47895"/>
                  <a:gd name="connsiteX3" fmla="*/ 36588 w 43644"/>
                  <a:gd name="connsiteY3" fmla="*/ 20959 h 47895"/>
                  <a:gd name="connsiteX4" fmla="*/ 36588 w 43644"/>
                  <a:gd name="connsiteY4" fmla="*/ 28182 h 47895"/>
                  <a:gd name="connsiteX5" fmla="*/ 7237 w 43644"/>
                  <a:gd name="connsiteY5" fmla="*/ 28182 h 47895"/>
                  <a:gd name="connsiteX6" fmla="*/ 7237 w 43644"/>
                  <a:gd name="connsiteY6" fmla="*/ 41338 h 47895"/>
                  <a:gd name="connsiteX7" fmla="*/ 43692 w 43644"/>
                  <a:gd name="connsiteY7" fmla="*/ 41338 h 47895"/>
                  <a:gd name="connsiteX8" fmla="*/ 43692 w 43644"/>
                  <a:gd name="connsiteY8" fmla="*/ 48561 h 47895"/>
                  <a:gd name="connsiteX9" fmla="*/ 47 w 43644"/>
                  <a:gd name="connsiteY9" fmla="*/ 48561 h 47895"/>
                  <a:gd name="connsiteX10" fmla="*/ 47 w 43644"/>
                  <a:gd name="connsiteY10" fmla="*/ 666 h 47895"/>
                  <a:gd name="connsiteX11" fmla="*/ 43692 w 43644"/>
                  <a:gd name="connsiteY11" fmla="*/ 666 h 47895"/>
                  <a:gd name="connsiteX12" fmla="*/ 43692 w 43644"/>
                  <a:gd name="connsiteY12" fmla="*/ 7803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644" h="47895">
                    <a:moveTo>
                      <a:pt x="43692" y="7803"/>
                    </a:moveTo>
                    <a:lnTo>
                      <a:pt x="7237" y="7803"/>
                    </a:lnTo>
                    <a:lnTo>
                      <a:pt x="7237" y="20959"/>
                    </a:lnTo>
                    <a:lnTo>
                      <a:pt x="36588" y="20959"/>
                    </a:lnTo>
                    <a:lnTo>
                      <a:pt x="36588" y="28182"/>
                    </a:lnTo>
                    <a:lnTo>
                      <a:pt x="7237" y="28182"/>
                    </a:lnTo>
                    <a:lnTo>
                      <a:pt x="7237" y="41338"/>
                    </a:lnTo>
                    <a:lnTo>
                      <a:pt x="43692" y="41338"/>
                    </a:lnTo>
                    <a:lnTo>
                      <a:pt x="43692" y="48561"/>
                    </a:lnTo>
                    <a:lnTo>
                      <a:pt x="47" y="48561"/>
                    </a:lnTo>
                    <a:lnTo>
                      <a:pt x="47" y="666"/>
                    </a:lnTo>
                    <a:lnTo>
                      <a:pt x="43692" y="666"/>
                    </a:lnTo>
                    <a:lnTo>
                      <a:pt x="43692" y="7803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35" name="Vrije vorm: vorm 34">
                <a:extLst>
                  <a:ext uri="{FF2B5EF4-FFF2-40B4-BE49-F238E27FC236}">
                    <a16:creationId xmlns:a16="http://schemas.microsoft.com/office/drawing/2014/main" id="{28FA193F-81A5-7FED-77F4-5E5BFE285177}"/>
                  </a:ext>
                </a:extLst>
              </p:cNvPr>
              <p:cNvSpPr/>
              <p:nvPr/>
            </p:nvSpPr>
            <p:spPr>
              <a:xfrm>
                <a:off x="2113575" y="5528067"/>
                <a:ext cx="60077" cy="47809"/>
              </a:xfrm>
              <a:custGeom>
                <a:avLst/>
                <a:gdLst>
                  <a:gd name="connsiteX0" fmla="*/ 36932 w 60077"/>
                  <a:gd name="connsiteY0" fmla="*/ 666 h 47809"/>
                  <a:gd name="connsiteX1" fmla="*/ 46260 w 60077"/>
                  <a:gd name="connsiteY1" fmla="*/ 9264 h 47809"/>
                  <a:gd name="connsiteX2" fmla="*/ 60124 w 60077"/>
                  <a:gd name="connsiteY2" fmla="*/ 48475 h 47809"/>
                  <a:gd name="connsiteX3" fmla="*/ 52594 w 60077"/>
                  <a:gd name="connsiteY3" fmla="*/ 48475 h 47809"/>
                  <a:gd name="connsiteX4" fmla="*/ 46346 w 60077"/>
                  <a:gd name="connsiteY4" fmla="*/ 31708 h 47809"/>
                  <a:gd name="connsiteX5" fmla="*/ 13313 w 60077"/>
                  <a:gd name="connsiteY5" fmla="*/ 31708 h 47809"/>
                  <a:gd name="connsiteX6" fmla="*/ 7237 w 60077"/>
                  <a:gd name="connsiteY6" fmla="*/ 48475 h 47809"/>
                  <a:gd name="connsiteX7" fmla="*/ 47 w 60077"/>
                  <a:gd name="connsiteY7" fmla="*/ 48475 h 47809"/>
                  <a:gd name="connsiteX8" fmla="*/ 14426 w 60077"/>
                  <a:gd name="connsiteY8" fmla="*/ 9264 h 47809"/>
                  <a:gd name="connsiteX9" fmla="*/ 22982 w 60077"/>
                  <a:gd name="connsiteY9" fmla="*/ 666 h 47809"/>
                  <a:gd name="connsiteX10" fmla="*/ 36846 w 60077"/>
                  <a:gd name="connsiteY10" fmla="*/ 666 h 47809"/>
                  <a:gd name="connsiteX11" fmla="*/ 44207 w 60077"/>
                  <a:gd name="connsiteY11" fmla="*/ 24570 h 47809"/>
                  <a:gd name="connsiteX12" fmla="*/ 38300 w 60077"/>
                  <a:gd name="connsiteY12" fmla="*/ 9264 h 47809"/>
                  <a:gd name="connsiteX13" fmla="*/ 36846 w 60077"/>
                  <a:gd name="connsiteY13" fmla="*/ 7803 h 47809"/>
                  <a:gd name="connsiteX14" fmla="*/ 22982 w 60077"/>
                  <a:gd name="connsiteY14" fmla="*/ 7803 h 47809"/>
                  <a:gd name="connsiteX15" fmla="*/ 21527 w 60077"/>
                  <a:gd name="connsiteY15" fmla="*/ 9264 h 47809"/>
                  <a:gd name="connsiteX16" fmla="*/ 15795 w 60077"/>
                  <a:gd name="connsiteY16" fmla="*/ 24570 h 47809"/>
                  <a:gd name="connsiteX17" fmla="*/ 44207 w 60077"/>
                  <a:gd name="connsiteY17" fmla="*/ 24570 h 47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077" h="47809">
                    <a:moveTo>
                      <a:pt x="36932" y="666"/>
                    </a:moveTo>
                    <a:cubicBezTo>
                      <a:pt x="41725" y="666"/>
                      <a:pt x="44462" y="4363"/>
                      <a:pt x="46260" y="9264"/>
                    </a:cubicBezTo>
                    <a:lnTo>
                      <a:pt x="60124" y="48475"/>
                    </a:lnTo>
                    <a:lnTo>
                      <a:pt x="52594" y="48475"/>
                    </a:lnTo>
                    <a:lnTo>
                      <a:pt x="46346" y="31708"/>
                    </a:lnTo>
                    <a:lnTo>
                      <a:pt x="13313" y="31708"/>
                    </a:lnTo>
                    <a:lnTo>
                      <a:pt x="7237" y="48475"/>
                    </a:lnTo>
                    <a:lnTo>
                      <a:pt x="47" y="48475"/>
                    </a:lnTo>
                    <a:lnTo>
                      <a:pt x="14426" y="9264"/>
                    </a:lnTo>
                    <a:cubicBezTo>
                      <a:pt x="16308" y="3933"/>
                      <a:pt x="18277" y="666"/>
                      <a:pt x="22982" y="666"/>
                    </a:cubicBezTo>
                    <a:lnTo>
                      <a:pt x="36846" y="666"/>
                    </a:lnTo>
                    <a:close/>
                    <a:moveTo>
                      <a:pt x="44207" y="24570"/>
                    </a:moveTo>
                    <a:lnTo>
                      <a:pt x="38300" y="9264"/>
                    </a:lnTo>
                    <a:cubicBezTo>
                      <a:pt x="37960" y="8319"/>
                      <a:pt x="37616" y="7803"/>
                      <a:pt x="36846" y="7803"/>
                    </a:cubicBezTo>
                    <a:lnTo>
                      <a:pt x="22982" y="7803"/>
                    </a:lnTo>
                    <a:cubicBezTo>
                      <a:pt x="22212" y="7803"/>
                      <a:pt x="21957" y="8233"/>
                      <a:pt x="21527" y="9264"/>
                    </a:cubicBezTo>
                    <a:lnTo>
                      <a:pt x="15795" y="24570"/>
                    </a:lnTo>
                    <a:lnTo>
                      <a:pt x="44207" y="24570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36" name="Vrije vorm: vorm 35">
                <a:extLst>
                  <a:ext uri="{FF2B5EF4-FFF2-40B4-BE49-F238E27FC236}">
                    <a16:creationId xmlns:a16="http://schemas.microsoft.com/office/drawing/2014/main" id="{20067213-3135-6A1F-9BB5-53F2EBB0CF81}"/>
                  </a:ext>
                </a:extLst>
              </p:cNvPr>
              <p:cNvSpPr/>
              <p:nvPr/>
            </p:nvSpPr>
            <p:spPr>
              <a:xfrm>
                <a:off x="2247762" y="5528067"/>
                <a:ext cx="47407" cy="47895"/>
              </a:xfrm>
              <a:custGeom>
                <a:avLst/>
                <a:gdLst>
                  <a:gd name="connsiteX0" fmla="*/ 8603 w 47407"/>
                  <a:gd name="connsiteY0" fmla="*/ 7803 h 47895"/>
                  <a:gd name="connsiteX1" fmla="*/ 7148 w 47407"/>
                  <a:gd name="connsiteY1" fmla="*/ 9264 h 47895"/>
                  <a:gd name="connsiteX2" fmla="*/ 7148 w 47407"/>
                  <a:gd name="connsiteY2" fmla="*/ 39876 h 47895"/>
                  <a:gd name="connsiteX3" fmla="*/ 8603 w 47407"/>
                  <a:gd name="connsiteY3" fmla="*/ 41338 h 47895"/>
                  <a:gd name="connsiteX4" fmla="*/ 47454 w 47407"/>
                  <a:gd name="connsiteY4" fmla="*/ 41338 h 47895"/>
                  <a:gd name="connsiteX5" fmla="*/ 47454 w 47407"/>
                  <a:gd name="connsiteY5" fmla="*/ 48561 h 47895"/>
                  <a:gd name="connsiteX6" fmla="*/ 8603 w 47407"/>
                  <a:gd name="connsiteY6" fmla="*/ 48561 h 47895"/>
                  <a:gd name="connsiteX7" fmla="*/ 47 w 47407"/>
                  <a:gd name="connsiteY7" fmla="*/ 39876 h 47895"/>
                  <a:gd name="connsiteX8" fmla="*/ 47 w 47407"/>
                  <a:gd name="connsiteY8" fmla="*/ 9264 h 47895"/>
                  <a:gd name="connsiteX9" fmla="*/ 8603 w 47407"/>
                  <a:gd name="connsiteY9" fmla="*/ 666 h 47895"/>
                  <a:gd name="connsiteX10" fmla="*/ 47454 w 47407"/>
                  <a:gd name="connsiteY10" fmla="*/ 666 h 47895"/>
                  <a:gd name="connsiteX11" fmla="*/ 47454 w 47407"/>
                  <a:gd name="connsiteY11" fmla="*/ 7803 h 47895"/>
                  <a:gd name="connsiteX12" fmla="*/ 8603 w 47407"/>
                  <a:gd name="connsiteY12" fmla="*/ 7803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7407" h="47895">
                    <a:moveTo>
                      <a:pt x="8603" y="7803"/>
                    </a:moveTo>
                    <a:cubicBezTo>
                      <a:pt x="7832" y="7803"/>
                      <a:pt x="7148" y="8491"/>
                      <a:pt x="7148" y="9264"/>
                    </a:cubicBezTo>
                    <a:lnTo>
                      <a:pt x="7148" y="39876"/>
                    </a:lnTo>
                    <a:cubicBezTo>
                      <a:pt x="7148" y="40650"/>
                      <a:pt x="7832" y="41338"/>
                      <a:pt x="8603" y="41338"/>
                    </a:cubicBezTo>
                    <a:lnTo>
                      <a:pt x="47454" y="41338"/>
                    </a:lnTo>
                    <a:lnTo>
                      <a:pt x="47454" y="48561"/>
                    </a:lnTo>
                    <a:lnTo>
                      <a:pt x="8603" y="48561"/>
                    </a:lnTo>
                    <a:cubicBezTo>
                      <a:pt x="3812" y="48561"/>
                      <a:pt x="47" y="44692"/>
                      <a:pt x="47" y="39876"/>
                    </a:cubicBezTo>
                    <a:lnTo>
                      <a:pt x="47" y="9264"/>
                    </a:lnTo>
                    <a:cubicBezTo>
                      <a:pt x="47" y="4449"/>
                      <a:pt x="3898" y="666"/>
                      <a:pt x="8603" y="666"/>
                    </a:cubicBezTo>
                    <a:lnTo>
                      <a:pt x="47454" y="666"/>
                    </a:lnTo>
                    <a:lnTo>
                      <a:pt x="47454" y="7803"/>
                    </a:lnTo>
                    <a:lnTo>
                      <a:pt x="8603" y="7803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37" name="Vrije vorm: vorm 36">
                <a:extLst>
                  <a:ext uri="{FF2B5EF4-FFF2-40B4-BE49-F238E27FC236}">
                    <a16:creationId xmlns:a16="http://schemas.microsoft.com/office/drawing/2014/main" id="{9D0C0CD2-E2D8-11F0-FAA1-48736D7F0CD4}"/>
                  </a:ext>
                </a:extLst>
              </p:cNvPr>
              <p:cNvSpPr/>
              <p:nvPr/>
            </p:nvSpPr>
            <p:spPr>
              <a:xfrm>
                <a:off x="2309291" y="5528067"/>
                <a:ext cx="48692" cy="47895"/>
              </a:xfrm>
              <a:custGeom>
                <a:avLst/>
                <a:gdLst>
                  <a:gd name="connsiteX0" fmla="*/ 48740 w 48692"/>
                  <a:gd name="connsiteY0" fmla="*/ 666 h 47895"/>
                  <a:gd name="connsiteX1" fmla="*/ 48740 w 48692"/>
                  <a:gd name="connsiteY1" fmla="*/ 48561 h 47895"/>
                  <a:gd name="connsiteX2" fmla="*/ 41636 w 48692"/>
                  <a:gd name="connsiteY2" fmla="*/ 48561 h 47895"/>
                  <a:gd name="connsiteX3" fmla="*/ 41636 w 48692"/>
                  <a:gd name="connsiteY3" fmla="*/ 28268 h 47895"/>
                  <a:gd name="connsiteX4" fmla="*/ 7151 w 48692"/>
                  <a:gd name="connsiteY4" fmla="*/ 28268 h 47895"/>
                  <a:gd name="connsiteX5" fmla="*/ 7151 w 48692"/>
                  <a:gd name="connsiteY5" fmla="*/ 48561 h 47895"/>
                  <a:gd name="connsiteX6" fmla="*/ 47 w 48692"/>
                  <a:gd name="connsiteY6" fmla="*/ 48561 h 47895"/>
                  <a:gd name="connsiteX7" fmla="*/ 47 w 48692"/>
                  <a:gd name="connsiteY7" fmla="*/ 666 h 47895"/>
                  <a:gd name="connsiteX8" fmla="*/ 7151 w 48692"/>
                  <a:gd name="connsiteY8" fmla="*/ 666 h 47895"/>
                  <a:gd name="connsiteX9" fmla="*/ 7151 w 48692"/>
                  <a:gd name="connsiteY9" fmla="*/ 20959 h 47895"/>
                  <a:gd name="connsiteX10" fmla="*/ 41636 w 48692"/>
                  <a:gd name="connsiteY10" fmla="*/ 20959 h 47895"/>
                  <a:gd name="connsiteX11" fmla="*/ 41636 w 48692"/>
                  <a:gd name="connsiteY11" fmla="*/ 666 h 47895"/>
                  <a:gd name="connsiteX12" fmla="*/ 48740 w 48692"/>
                  <a:gd name="connsiteY12" fmla="*/ 666 h 47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8692" h="47895">
                    <a:moveTo>
                      <a:pt x="48740" y="666"/>
                    </a:moveTo>
                    <a:lnTo>
                      <a:pt x="48740" y="48561"/>
                    </a:lnTo>
                    <a:lnTo>
                      <a:pt x="41636" y="48561"/>
                    </a:lnTo>
                    <a:lnTo>
                      <a:pt x="41636" y="28268"/>
                    </a:lnTo>
                    <a:lnTo>
                      <a:pt x="7151" y="28268"/>
                    </a:lnTo>
                    <a:lnTo>
                      <a:pt x="7151" y="48561"/>
                    </a:lnTo>
                    <a:lnTo>
                      <a:pt x="47" y="48561"/>
                    </a:lnTo>
                    <a:lnTo>
                      <a:pt x="47" y="666"/>
                    </a:lnTo>
                    <a:lnTo>
                      <a:pt x="7151" y="666"/>
                    </a:lnTo>
                    <a:lnTo>
                      <a:pt x="7151" y="20959"/>
                    </a:lnTo>
                    <a:lnTo>
                      <a:pt x="41636" y="20959"/>
                    </a:lnTo>
                    <a:lnTo>
                      <a:pt x="41636" y="666"/>
                    </a:lnTo>
                    <a:lnTo>
                      <a:pt x="48740" y="66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38" name="Vrije vorm: vorm 37">
                <a:extLst>
                  <a:ext uri="{FF2B5EF4-FFF2-40B4-BE49-F238E27FC236}">
                    <a16:creationId xmlns:a16="http://schemas.microsoft.com/office/drawing/2014/main" id="{14C987F0-E3B5-4403-B044-D6D53DE4C4A9}"/>
                  </a:ext>
                </a:extLst>
              </p:cNvPr>
              <p:cNvSpPr/>
              <p:nvPr/>
            </p:nvSpPr>
            <p:spPr>
              <a:xfrm>
                <a:off x="1773065" y="5528067"/>
                <a:ext cx="56051" cy="47809"/>
              </a:xfrm>
              <a:custGeom>
                <a:avLst/>
                <a:gdLst>
                  <a:gd name="connsiteX0" fmla="*/ 56099 w 56051"/>
                  <a:gd name="connsiteY0" fmla="*/ 41424 h 47809"/>
                  <a:gd name="connsiteX1" fmla="*/ 47712 w 56051"/>
                  <a:gd name="connsiteY1" fmla="*/ 36179 h 47809"/>
                  <a:gd name="connsiteX2" fmla="*/ 47712 w 56051"/>
                  <a:gd name="connsiteY2" fmla="*/ 22421 h 47809"/>
                  <a:gd name="connsiteX3" fmla="*/ 40525 w 56051"/>
                  <a:gd name="connsiteY3" fmla="*/ 22421 h 47809"/>
                  <a:gd name="connsiteX4" fmla="*/ 40525 w 56051"/>
                  <a:gd name="connsiteY4" fmla="*/ 31621 h 47809"/>
                  <a:gd name="connsiteX5" fmla="*/ 14338 w 56051"/>
                  <a:gd name="connsiteY5" fmla="*/ 15112 h 47809"/>
                  <a:gd name="connsiteX6" fmla="*/ 14166 w 56051"/>
                  <a:gd name="connsiteY6" fmla="*/ 15112 h 47809"/>
                  <a:gd name="connsiteX7" fmla="*/ 13396 w 56051"/>
                  <a:gd name="connsiteY7" fmla="*/ 13736 h 47809"/>
                  <a:gd name="connsiteX8" fmla="*/ 13396 w 56051"/>
                  <a:gd name="connsiteY8" fmla="*/ 9350 h 47809"/>
                  <a:gd name="connsiteX9" fmla="*/ 14850 w 56051"/>
                  <a:gd name="connsiteY9" fmla="*/ 7889 h 47809"/>
                  <a:gd name="connsiteX10" fmla="*/ 32479 w 56051"/>
                  <a:gd name="connsiteY10" fmla="*/ 7889 h 47809"/>
                  <a:gd name="connsiteX11" fmla="*/ 33934 w 56051"/>
                  <a:gd name="connsiteY11" fmla="*/ 9350 h 47809"/>
                  <a:gd name="connsiteX12" fmla="*/ 33934 w 56051"/>
                  <a:gd name="connsiteY12" fmla="*/ 12532 h 47809"/>
                  <a:gd name="connsiteX13" fmla="*/ 41038 w 56051"/>
                  <a:gd name="connsiteY13" fmla="*/ 12532 h 47809"/>
                  <a:gd name="connsiteX14" fmla="*/ 41038 w 56051"/>
                  <a:gd name="connsiteY14" fmla="*/ 7803 h 47809"/>
                  <a:gd name="connsiteX15" fmla="*/ 32479 w 56051"/>
                  <a:gd name="connsiteY15" fmla="*/ 666 h 47809"/>
                  <a:gd name="connsiteX16" fmla="*/ 14850 w 56051"/>
                  <a:gd name="connsiteY16" fmla="*/ 666 h 47809"/>
                  <a:gd name="connsiteX17" fmla="*/ 6295 w 56051"/>
                  <a:gd name="connsiteY17" fmla="*/ 9264 h 47809"/>
                  <a:gd name="connsiteX18" fmla="*/ 6295 w 56051"/>
                  <a:gd name="connsiteY18" fmla="*/ 14682 h 47809"/>
                  <a:gd name="connsiteX19" fmla="*/ 9974 w 56051"/>
                  <a:gd name="connsiteY19" fmla="*/ 19325 h 47809"/>
                  <a:gd name="connsiteX20" fmla="*/ 8688 w 56051"/>
                  <a:gd name="connsiteY20" fmla="*/ 19325 h 47809"/>
                  <a:gd name="connsiteX21" fmla="*/ 47 w 56051"/>
                  <a:gd name="connsiteY21" fmla="*/ 25516 h 47809"/>
                  <a:gd name="connsiteX22" fmla="*/ 47 w 56051"/>
                  <a:gd name="connsiteY22" fmla="*/ 39790 h 47809"/>
                  <a:gd name="connsiteX23" fmla="*/ 8605 w 56051"/>
                  <a:gd name="connsiteY23" fmla="*/ 48475 h 47809"/>
                  <a:gd name="connsiteX24" fmla="*/ 39071 w 56051"/>
                  <a:gd name="connsiteY24" fmla="*/ 48475 h 47809"/>
                  <a:gd name="connsiteX25" fmla="*/ 47114 w 56051"/>
                  <a:gd name="connsiteY25" fmla="*/ 42800 h 47809"/>
                  <a:gd name="connsiteX26" fmla="*/ 47114 w 56051"/>
                  <a:gd name="connsiteY26" fmla="*/ 42800 h 47809"/>
                  <a:gd name="connsiteX27" fmla="*/ 56013 w 56051"/>
                  <a:gd name="connsiteY27" fmla="*/ 48475 h 47809"/>
                  <a:gd name="connsiteX28" fmla="*/ 56013 w 56051"/>
                  <a:gd name="connsiteY28" fmla="*/ 41338 h 47809"/>
                  <a:gd name="connsiteX29" fmla="*/ 40525 w 56051"/>
                  <a:gd name="connsiteY29" fmla="*/ 39876 h 47809"/>
                  <a:gd name="connsiteX30" fmla="*/ 39071 w 56051"/>
                  <a:gd name="connsiteY30" fmla="*/ 41338 h 47809"/>
                  <a:gd name="connsiteX31" fmla="*/ 8688 w 56051"/>
                  <a:gd name="connsiteY31" fmla="*/ 41338 h 47809"/>
                  <a:gd name="connsiteX32" fmla="*/ 7234 w 56051"/>
                  <a:gd name="connsiteY32" fmla="*/ 39876 h 47809"/>
                  <a:gd name="connsiteX33" fmla="*/ 7234 w 56051"/>
                  <a:gd name="connsiteY33" fmla="*/ 25602 h 47809"/>
                  <a:gd name="connsiteX34" fmla="*/ 7320 w 56051"/>
                  <a:gd name="connsiteY34" fmla="*/ 25000 h 47809"/>
                  <a:gd name="connsiteX35" fmla="*/ 8946 w 56051"/>
                  <a:gd name="connsiteY35" fmla="*/ 24140 h 47809"/>
                  <a:gd name="connsiteX36" fmla="*/ 12540 w 56051"/>
                  <a:gd name="connsiteY36" fmla="*/ 24140 h 47809"/>
                  <a:gd name="connsiteX37" fmla="*/ 17676 w 56051"/>
                  <a:gd name="connsiteY37" fmla="*/ 24140 h 47809"/>
                  <a:gd name="connsiteX38" fmla="*/ 40611 w 56051"/>
                  <a:gd name="connsiteY38" fmla="*/ 38673 h 47809"/>
                  <a:gd name="connsiteX39" fmla="*/ 40611 w 56051"/>
                  <a:gd name="connsiteY39" fmla="*/ 39876 h 47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6051" h="47809">
                    <a:moveTo>
                      <a:pt x="56099" y="41424"/>
                    </a:moveTo>
                    <a:lnTo>
                      <a:pt x="47712" y="36179"/>
                    </a:lnTo>
                    <a:lnTo>
                      <a:pt x="47712" y="22421"/>
                    </a:lnTo>
                    <a:lnTo>
                      <a:pt x="40525" y="22421"/>
                    </a:lnTo>
                    <a:lnTo>
                      <a:pt x="40525" y="31621"/>
                    </a:lnTo>
                    <a:cubicBezTo>
                      <a:pt x="40525" y="31621"/>
                      <a:pt x="14509" y="15198"/>
                      <a:pt x="14338" y="15112"/>
                    </a:cubicBezTo>
                    <a:lnTo>
                      <a:pt x="14166" y="15112"/>
                    </a:lnTo>
                    <a:cubicBezTo>
                      <a:pt x="13739" y="14768"/>
                      <a:pt x="13396" y="14338"/>
                      <a:pt x="13396" y="13736"/>
                    </a:cubicBezTo>
                    <a:lnTo>
                      <a:pt x="13396" y="9350"/>
                    </a:lnTo>
                    <a:cubicBezTo>
                      <a:pt x="13396" y="8576"/>
                      <a:pt x="14080" y="7889"/>
                      <a:pt x="14850" y="7889"/>
                    </a:cubicBezTo>
                    <a:lnTo>
                      <a:pt x="32479" y="7889"/>
                    </a:lnTo>
                    <a:cubicBezTo>
                      <a:pt x="33250" y="7889"/>
                      <a:pt x="33934" y="8576"/>
                      <a:pt x="33934" y="9350"/>
                    </a:cubicBezTo>
                    <a:lnTo>
                      <a:pt x="33934" y="12532"/>
                    </a:lnTo>
                    <a:lnTo>
                      <a:pt x="41038" y="12532"/>
                    </a:lnTo>
                    <a:lnTo>
                      <a:pt x="41038" y="7803"/>
                    </a:lnTo>
                    <a:cubicBezTo>
                      <a:pt x="40353" y="3761"/>
                      <a:pt x="36674" y="666"/>
                      <a:pt x="32479" y="666"/>
                    </a:cubicBezTo>
                    <a:lnTo>
                      <a:pt x="14850" y="666"/>
                    </a:lnTo>
                    <a:cubicBezTo>
                      <a:pt x="10060" y="666"/>
                      <a:pt x="6295" y="4535"/>
                      <a:pt x="6295" y="9264"/>
                    </a:cubicBezTo>
                    <a:cubicBezTo>
                      <a:pt x="6295" y="9264"/>
                      <a:pt x="6295" y="14596"/>
                      <a:pt x="6295" y="14682"/>
                    </a:cubicBezTo>
                    <a:cubicBezTo>
                      <a:pt x="6550" y="17175"/>
                      <a:pt x="7663" y="17949"/>
                      <a:pt x="9974" y="19325"/>
                    </a:cubicBezTo>
                    <a:lnTo>
                      <a:pt x="8688" y="19325"/>
                    </a:lnTo>
                    <a:cubicBezTo>
                      <a:pt x="3898" y="19325"/>
                      <a:pt x="47" y="20701"/>
                      <a:pt x="47" y="25516"/>
                    </a:cubicBezTo>
                    <a:lnTo>
                      <a:pt x="47" y="39790"/>
                    </a:lnTo>
                    <a:cubicBezTo>
                      <a:pt x="47" y="44606"/>
                      <a:pt x="3898" y="48475"/>
                      <a:pt x="8605" y="48475"/>
                    </a:cubicBezTo>
                    <a:lnTo>
                      <a:pt x="39071" y="48475"/>
                    </a:lnTo>
                    <a:cubicBezTo>
                      <a:pt x="42836" y="48475"/>
                      <a:pt x="45917" y="46153"/>
                      <a:pt x="47114" y="42800"/>
                    </a:cubicBezTo>
                    <a:lnTo>
                      <a:pt x="47114" y="42800"/>
                    </a:lnTo>
                    <a:cubicBezTo>
                      <a:pt x="47114" y="42800"/>
                      <a:pt x="56013" y="48475"/>
                      <a:pt x="56013" y="48475"/>
                    </a:cubicBezTo>
                    <a:lnTo>
                      <a:pt x="56013" y="41338"/>
                    </a:lnTo>
                    <a:close/>
                    <a:moveTo>
                      <a:pt x="40525" y="39876"/>
                    </a:moveTo>
                    <a:cubicBezTo>
                      <a:pt x="40525" y="40650"/>
                      <a:pt x="39841" y="41338"/>
                      <a:pt x="39071" y="41338"/>
                    </a:cubicBezTo>
                    <a:lnTo>
                      <a:pt x="8688" y="41338"/>
                    </a:lnTo>
                    <a:cubicBezTo>
                      <a:pt x="7918" y="41338"/>
                      <a:pt x="7234" y="40650"/>
                      <a:pt x="7234" y="39876"/>
                    </a:cubicBezTo>
                    <a:lnTo>
                      <a:pt x="7234" y="25602"/>
                    </a:lnTo>
                    <a:cubicBezTo>
                      <a:pt x="7234" y="25602"/>
                      <a:pt x="7234" y="25172"/>
                      <a:pt x="7320" y="25000"/>
                    </a:cubicBezTo>
                    <a:cubicBezTo>
                      <a:pt x="7577" y="24484"/>
                      <a:pt x="8176" y="24140"/>
                      <a:pt x="8946" y="24140"/>
                    </a:cubicBezTo>
                    <a:lnTo>
                      <a:pt x="12540" y="24140"/>
                    </a:lnTo>
                    <a:cubicBezTo>
                      <a:pt x="12540" y="24140"/>
                      <a:pt x="17676" y="24140"/>
                      <a:pt x="17676" y="24140"/>
                    </a:cubicBezTo>
                    <a:lnTo>
                      <a:pt x="40611" y="38673"/>
                    </a:lnTo>
                    <a:lnTo>
                      <a:pt x="40611" y="39876"/>
                    </a:ln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39" name="Vrije vorm: vorm 38">
                <a:extLst>
                  <a:ext uri="{FF2B5EF4-FFF2-40B4-BE49-F238E27FC236}">
                    <a16:creationId xmlns:a16="http://schemas.microsoft.com/office/drawing/2014/main" id="{C2871284-9481-2FD2-A175-302103313AD6}"/>
                  </a:ext>
                </a:extLst>
              </p:cNvPr>
              <p:cNvSpPr/>
              <p:nvPr/>
            </p:nvSpPr>
            <p:spPr>
              <a:xfrm>
                <a:off x="703902" y="5551158"/>
                <a:ext cx="454319" cy="118282"/>
              </a:xfrm>
              <a:custGeom>
                <a:avLst/>
                <a:gdLst>
                  <a:gd name="connsiteX0" fmla="*/ 453481 w 454319"/>
                  <a:gd name="connsiteY0" fmla="*/ 26072 h 118282"/>
                  <a:gd name="connsiteX1" fmla="*/ 443125 w 454319"/>
                  <a:gd name="connsiteY1" fmla="*/ 16786 h 118282"/>
                  <a:gd name="connsiteX2" fmla="*/ 363881 w 454319"/>
                  <a:gd name="connsiteY2" fmla="*/ 4231 h 118282"/>
                  <a:gd name="connsiteX3" fmla="*/ 363881 w 454319"/>
                  <a:gd name="connsiteY3" fmla="*/ 26072 h 118282"/>
                  <a:gd name="connsiteX4" fmla="*/ 265981 w 454319"/>
                  <a:gd name="connsiteY4" fmla="*/ 26072 h 118282"/>
                  <a:gd name="connsiteX5" fmla="*/ 265981 w 454319"/>
                  <a:gd name="connsiteY5" fmla="*/ 964 h 118282"/>
                  <a:gd name="connsiteX6" fmla="*/ 181003 w 454319"/>
                  <a:gd name="connsiteY6" fmla="*/ 964 h 118282"/>
                  <a:gd name="connsiteX7" fmla="*/ 181003 w 454319"/>
                  <a:gd name="connsiteY7" fmla="*/ 26072 h 118282"/>
                  <a:gd name="connsiteX8" fmla="*/ 83445 w 454319"/>
                  <a:gd name="connsiteY8" fmla="*/ 26072 h 118282"/>
                  <a:gd name="connsiteX9" fmla="*/ 83445 w 454319"/>
                  <a:gd name="connsiteY9" fmla="*/ 4145 h 118282"/>
                  <a:gd name="connsiteX10" fmla="*/ 13100 w 454319"/>
                  <a:gd name="connsiteY10" fmla="*/ 12572 h 118282"/>
                  <a:gd name="connsiteX11" fmla="*/ 7795 w 454319"/>
                  <a:gd name="connsiteY11" fmla="*/ 16872 h 118282"/>
                  <a:gd name="connsiteX12" fmla="*/ 11474 w 454319"/>
                  <a:gd name="connsiteY12" fmla="*/ 23493 h 118282"/>
                  <a:gd name="connsiteX13" fmla="*/ 12416 w 454319"/>
                  <a:gd name="connsiteY13" fmla="*/ 25986 h 118282"/>
                  <a:gd name="connsiteX14" fmla="*/ 9420 w 454319"/>
                  <a:gd name="connsiteY14" fmla="*/ 29770 h 118282"/>
                  <a:gd name="connsiteX15" fmla="*/ 16267 w 454319"/>
                  <a:gd name="connsiteY15" fmla="*/ 35359 h 118282"/>
                  <a:gd name="connsiteX16" fmla="*/ 178 w 454319"/>
                  <a:gd name="connsiteY16" fmla="*/ 44130 h 118282"/>
                  <a:gd name="connsiteX17" fmla="*/ 5398 w 454319"/>
                  <a:gd name="connsiteY17" fmla="*/ 53589 h 118282"/>
                  <a:gd name="connsiteX18" fmla="*/ 30301 w 454319"/>
                  <a:gd name="connsiteY18" fmla="*/ 76204 h 118282"/>
                  <a:gd name="connsiteX19" fmla="*/ 44593 w 454319"/>
                  <a:gd name="connsiteY19" fmla="*/ 83082 h 118282"/>
                  <a:gd name="connsiteX20" fmla="*/ 37661 w 454319"/>
                  <a:gd name="connsiteY20" fmla="*/ 83856 h 118282"/>
                  <a:gd name="connsiteX21" fmla="*/ 29702 w 454319"/>
                  <a:gd name="connsiteY21" fmla="*/ 85749 h 118282"/>
                  <a:gd name="connsiteX22" fmla="*/ 31328 w 454319"/>
                  <a:gd name="connsiteY22" fmla="*/ 91253 h 118282"/>
                  <a:gd name="connsiteX23" fmla="*/ 26022 w 454319"/>
                  <a:gd name="connsiteY23" fmla="*/ 95551 h 118282"/>
                  <a:gd name="connsiteX24" fmla="*/ 33125 w 454319"/>
                  <a:gd name="connsiteY24" fmla="*/ 98647 h 118282"/>
                  <a:gd name="connsiteX25" fmla="*/ 46561 w 454319"/>
                  <a:gd name="connsiteY25" fmla="*/ 99421 h 118282"/>
                  <a:gd name="connsiteX26" fmla="*/ 58456 w 454319"/>
                  <a:gd name="connsiteY26" fmla="*/ 106642 h 118282"/>
                  <a:gd name="connsiteX27" fmla="*/ 67699 w 454319"/>
                  <a:gd name="connsiteY27" fmla="*/ 109482 h 118282"/>
                  <a:gd name="connsiteX28" fmla="*/ 282924 w 454319"/>
                  <a:gd name="connsiteY28" fmla="*/ 81105 h 118282"/>
                  <a:gd name="connsiteX29" fmla="*/ 256225 w 454319"/>
                  <a:gd name="connsiteY29" fmla="*/ 76891 h 118282"/>
                  <a:gd name="connsiteX30" fmla="*/ 215062 w 454319"/>
                  <a:gd name="connsiteY30" fmla="*/ 74140 h 118282"/>
                  <a:gd name="connsiteX31" fmla="*/ 350017 w 454319"/>
                  <a:gd name="connsiteY31" fmla="*/ 73022 h 118282"/>
                  <a:gd name="connsiteX32" fmla="*/ 337181 w 454319"/>
                  <a:gd name="connsiteY32" fmla="*/ 75774 h 118282"/>
                  <a:gd name="connsiteX33" fmla="*/ 363709 w 454319"/>
                  <a:gd name="connsiteY33" fmla="*/ 81362 h 118282"/>
                  <a:gd name="connsiteX34" fmla="*/ 375262 w 454319"/>
                  <a:gd name="connsiteY34" fmla="*/ 85576 h 118282"/>
                  <a:gd name="connsiteX35" fmla="*/ 363881 w 454319"/>
                  <a:gd name="connsiteY35" fmla="*/ 87297 h 118282"/>
                  <a:gd name="connsiteX36" fmla="*/ 371325 w 454319"/>
                  <a:gd name="connsiteY36" fmla="*/ 89014 h 118282"/>
                  <a:gd name="connsiteX37" fmla="*/ 284210 w 454319"/>
                  <a:gd name="connsiteY37" fmla="*/ 93316 h 118282"/>
                  <a:gd name="connsiteX38" fmla="*/ 247753 w 454319"/>
                  <a:gd name="connsiteY38" fmla="*/ 95810 h 118282"/>
                  <a:gd name="connsiteX39" fmla="*/ 270003 w 454319"/>
                  <a:gd name="connsiteY39" fmla="*/ 103978 h 118282"/>
                  <a:gd name="connsiteX40" fmla="*/ 408468 w 454319"/>
                  <a:gd name="connsiteY40" fmla="*/ 118251 h 118282"/>
                  <a:gd name="connsiteX41" fmla="*/ 427036 w 454319"/>
                  <a:gd name="connsiteY41" fmla="*/ 110512 h 118282"/>
                  <a:gd name="connsiteX42" fmla="*/ 423700 w 454319"/>
                  <a:gd name="connsiteY42" fmla="*/ 99849 h 118282"/>
                  <a:gd name="connsiteX43" fmla="*/ 422930 w 454319"/>
                  <a:gd name="connsiteY43" fmla="*/ 95896 h 118282"/>
                  <a:gd name="connsiteX44" fmla="*/ 432514 w 454319"/>
                  <a:gd name="connsiteY44" fmla="*/ 94863 h 118282"/>
                  <a:gd name="connsiteX45" fmla="*/ 435766 w 454319"/>
                  <a:gd name="connsiteY45" fmla="*/ 93574 h 118282"/>
                  <a:gd name="connsiteX46" fmla="*/ 446378 w 454319"/>
                  <a:gd name="connsiteY46" fmla="*/ 88586 h 118282"/>
                  <a:gd name="connsiteX47" fmla="*/ 450486 w 454319"/>
                  <a:gd name="connsiteY47" fmla="*/ 73796 h 118282"/>
                  <a:gd name="connsiteX48" fmla="*/ 444751 w 454319"/>
                  <a:gd name="connsiteY48" fmla="*/ 69840 h 118282"/>
                  <a:gd name="connsiteX49" fmla="*/ 446807 w 454319"/>
                  <a:gd name="connsiteY49" fmla="*/ 62617 h 118282"/>
                  <a:gd name="connsiteX50" fmla="*/ 437049 w 454319"/>
                  <a:gd name="connsiteY50" fmla="*/ 59866 h 118282"/>
                  <a:gd name="connsiteX51" fmla="*/ 439360 w 454319"/>
                  <a:gd name="connsiteY51" fmla="*/ 53847 h 118282"/>
                  <a:gd name="connsiteX52" fmla="*/ 449630 w 454319"/>
                  <a:gd name="connsiteY52" fmla="*/ 45592 h 118282"/>
                  <a:gd name="connsiteX53" fmla="*/ 453567 w 454319"/>
                  <a:gd name="connsiteY53" fmla="*/ 26072 h 118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454319" h="118282">
                    <a:moveTo>
                      <a:pt x="453481" y="26072"/>
                    </a:moveTo>
                    <a:cubicBezTo>
                      <a:pt x="458103" y="21773"/>
                      <a:pt x="443125" y="16786"/>
                      <a:pt x="443125" y="16786"/>
                    </a:cubicBezTo>
                    <a:cubicBezTo>
                      <a:pt x="443125" y="16786"/>
                      <a:pt x="427208" y="9391"/>
                      <a:pt x="363881" y="4231"/>
                    </a:cubicBezTo>
                    <a:lnTo>
                      <a:pt x="363881" y="26072"/>
                    </a:lnTo>
                    <a:lnTo>
                      <a:pt x="265981" y="26072"/>
                    </a:lnTo>
                    <a:lnTo>
                      <a:pt x="265981" y="964"/>
                    </a:lnTo>
                    <a:cubicBezTo>
                      <a:pt x="246469" y="448"/>
                      <a:pt x="207960" y="706"/>
                      <a:pt x="181003" y="964"/>
                    </a:cubicBezTo>
                    <a:lnTo>
                      <a:pt x="181003" y="26072"/>
                    </a:lnTo>
                    <a:lnTo>
                      <a:pt x="83445" y="26072"/>
                    </a:lnTo>
                    <a:lnTo>
                      <a:pt x="83445" y="4145"/>
                    </a:lnTo>
                    <a:cubicBezTo>
                      <a:pt x="40998" y="7069"/>
                      <a:pt x="13100" y="12572"/>
                      <a:pt x="13100" y="12572"/>
                    </a:cubicBezTo>
                    <a:cubicBezTo>
                      <a:pt x="13100" y="12572"/>
                      <a:pt x="8394" y="16528"/>
                      <a:pt x="7795" y="16872"/>
                    </a:cubicBezTo>
                    <a:cubicBezTo>
                      <a:pt x="2574" y="20397"/>
                      <a:pt x="7966" y="21773"/>
                      <a:pt x="11474" y="23493"/>
                    </a:cubicBezTo>
                    <a:cubicBezTo>
                      <a:pt x="12844" y="24181"/>
                      <a:pt x="12929" y="24611"/>
                      <a:pt x="12416" y="25986"/>
                    </a:cubicBezTo>
                    <a:cubicBezTo>
                      <a:pt x="11988" y="27104"/>
                      <a:pt x="8736" y="27792"/>
                      <a:pt x="9420" y="29770"/>
                    </a:cubicBezTo>
                    <a:cubicBezTo>
                      <a:pt x="10704" y="33897"/>
                      <a:pt x="16609" y="29942"/>
                      <a:pt x="16267" y="35359"/>
                    </a:cubicBezTo>
                    <a:cubicBezTo>
                      <a:pt x="15839" y="41722"/>
                      <a:pt x="1547" y="38111"/>
                      <a:pt x="178" y="44130"/>
                    </a:cubicBezTo>
                    <a:cubicBezTo>
                      <a:pt x="-934" y="48859"/>
                      <a:pt x="5398" y="44560"/>
                      <a:pt x="5398" y="53589"/>
                    </a:cubicBezTo>
                    <a:cubicBezTo>
                      <a:pt x="5398" y="62617"/>
                      <a:pt x="11902" y="71646"/>
                      <a:pt x="30301" y="76204"/>
                    </a:cubicBezTo>
                    <a:cubicBezTo>
                      <a:pt x="34666" y="77322"/>
                      <a:pt x="55204" y="76977"/>
                      <a:pt x="44593" y="83082"/>
                    </a:cubicBezTo>
                    <a:cubicBezTo>
                      <a:pt x="43309" y="83770"/>
                      <a:pt x="39116" y="83683"/>
                      <a:pt x="37661" y="83856"/>
                    </a:cubicBezTo>
                    <a:cubicBezTo>
                      <a:pt x="35607" y="84028"/>
                      <a:pt x="30986" y="83856"/>
                      <a:pt x="29702" y="85749"/>
                    </a:cubicBezTo>
                    <a:cubicBezTo>
                      <a:pt x="27734" y="88586"/>
                      <a:pt x="31927" y="88586"/>
                      <a:pt x="31328" y="91253"/>
                    </a:cubicBezTo>
                    <a:cubicBezTo>
                      <a:pt x="28932" y="91595"/>
                      <a:pt x="23797" y="91509"/>
                      <a:pt x="26022" y="95551"/>
                    </a:cubicBezTo>
                    <a:cubicBezTo>
                      <a:pt x="27135" y="97614"/>
                      <a:pt x="30986" y="98733"/>
                      <a:pt x="33125" y="98647"/>
                    </a:cubicBezTo>
                    <a:cubicBezTo>
                      <a:pt x="44593" y="98045"/>
                      <a:pt x="42967" y="99075"/>
                      <a:pt x="46561" y="99421"/>
                    </a:cubicBezTo>
                    <a:cubicBezTo>
                      <a:pt x="40143" y="100623"/>
                      <a:pt x="34409" y="107332"/>
                      <a:pt x="58456" y="106642"/>
                    </a:cubicBezTo>
                    <a:cubicBezTo>
                      <a:pt x="58970" y="110342"/>
                      <a:pt x="65474" y="109997"/>
                      <a:pt x="67699" y="109482"/>
                    </a:cubicBezTo>
                    <a:cubicBezTo>
                      <a:pt x="217630" y="76117"/>
                      <a:pt x="282412" y="90306"/>
                      <a:pt x="282924" y="81105"/>
                    </a:cubicBezTo>
                    <a:cubicBezTo>
                      <a:pt x="280872" y="76548"/>
                      <a:pt x="259734" y="77063"/>
                      <a:pt x="256225" y="76891"/>
                    </a:cubicBezTo>
                    <a:cubicBezTo>
                      <a:pt x="242533" y="76204"/>
                      <a:pt x="213351" y="77665"/>
                      <a:pt x="215062" y="74140"/>
                    </a:cubicBezTo>
                    <a:cubicBezTo>
                      <a:pt x="215833" y="65885"/>
                      <a:pt x="367818" y="67949"/>
                      <a:pt x="350017" y="73022"/>
                    </a:cubicBezTo>
                    <a:cubicBezTo>
                      <a:pt x="349247" y="73280"/>
                      <a:pt x="338549" y="75000"/>
                      <a:pt x="337181" y="75774"/>
                    </a:cubicBezTo>
                    <a:cubicBezTo>
                      <a:pt x="328880" y="80159"/>
                      <a:pt x="360459" y="81105"/>
                      <a:pt x="363709" y="81362"/>
                    </a:cubicBezTo>
                    <a:cubicBezTo>
                      <a:pt x="367474" y="81707"/>
                      <a:pt x="376889" y="81362"/>
                      <a:pt x="375262" y="85576"/>
                    </a:cubicBezTo>
                    <a:cubicBezTo>
                      <a:pt x="374750" y="86865"/>
                      <a:pt x="363454" y="85490"/>
                      <a:pt x="363881" y="87297"/>
                    </a:cubicBezTo>
                    <a:cubicBezTo>
                      <a:pt x="364310" y="88758"/>
                      <a:pt x="370641" y="87984"/>
                      <a:pt x="371325" y="89014"/>
                    </a:cubicBezTo>
                    <a:cubicBezTo>
                      <a:pt x="375861" y="96239"/>
                      <a:pt x="315446" y="92628"/>
                      <a:pt x="284210" y="93316"/>
                    </a:cubicBezTo>
                    <a:cubicBezTo>
                      <a:pt x="275052" y="93488"/>
                      <a:pt x="257081" y="94518"/>
                      <a:pt x="247753" y="95810"/>
                    </a:cubicBezTo>
                    <a:cubicBezTo>
                      <a:pt x="231921" y="97959"/>
                      <a:pt x="245442" y="101656"/>
                      <a:pt x="270003" y="103978"/>
                    </a:cubicBezTo>
                    <a:cubicBezTo>
                      <a:pt x="283182" y="105180"/>
                      <a:pt x="350959" y="110684"/>
                      <a:pt x="408468" y="118251"/>
                    </a:cubicBezTo>
                    <a:cubicBezTo>
                      <a:pt x="425753" y="121433"/>
                      <a:pt x="430887" y="112833"/>
                      <a:pt x="427036" y="110512"/>
                    </a:cubicBezTo>
                    <a:cubicBezTo>
                      <a:pt x="424811" y="109223"/>
                      <a:pt x="434312" y="104407"/>
                      <a:pt x="423700" y="99849"/>
                    </a:cubicBezTo>
                    <a:cubicBezTo>
                      <a:pt x="416940" y="96926"/>
                      <a:pt x="422501" y="95810"/>
                      <a:pt x="422930" y="95896"/>
                    </a:cubicBezTo>
                    <a:cubicBezTo>
                      <a:pt x="423872" y="96239"/>
                      <a:pt x="437564" y="99507"/>
                      <a:pt x="432514" y="94863"/>
                    </a:cubicBezTo>
                    <a:cubicBezTo>
                      <a:pt x="429264" y="91854"/>
                      <a:pt x="434738" y="93658"/>
                      <a:pt x="435766" y="93574"/>
                    </a:cubicBezTo>
                    <a:cubicBezTo>
                      <a:pt x="448517" y="92628"/>
                      <a:pt x="445522" y="87725"/>
                      <a:pt x="446378" y="88586"/>
                    </a:cubicBezTo>
                    <a:cubicBezTo>
                      <a:pt x="442612" y="84802"/>
                      <a:pt x="452797" y="82135"/>
                      <a:pt x="450486" y="73796"/>
                    </a:cubicBezTo>
                    <a:cubicBezTo>
                      <a:pt x="449802" y="71388"/>
                      <a:pt x="435168" y="71818"/>
                      <a:pt x="444751" y="69840"/>
                    </a:cubicBezTo>
                    <a:cubicBezTo>
                      <a:pt x="445865" y="69582"/>
                      <a:pt x="459214" y="69926"/>
                      <a:pt x="446807" y="62617"/>
                    </a:cubicBezTo>
                    <a:cubicBezTo>
                      <a:pt x="443895" y="60898"/>
                      <a:pt x="441158" y="60812"/>
                      <a:pt x="437049" y="59866"/>
                    </a:cubicBezTo>
                    <a:cubicBezTo>
                      <a:pt x="427806" y="57802"/>
                      <a:pt x="434738" y="53159"/>
                      <a:pt x="439360" y="53847"/>
                    </a:cubicBezTo>
                    <a:cubicBezTo>
                      <a:pt x="444923" y="54792"/>
                      <a:pt x="450572" y="51095"/>
                      <a:pt x="449630" y="45592"/>
                    </a:cubicBezTo>
                    <a:cubicBezTo>
                      <a:pt x="448431" y="38111"/>
                      <a:pt x="445951" y="27534"/>
                      <a:pt x="453567" y="26072"/>
                    </a:cubicBezTo>
                    <a:close/>
                  </a:path>
                </a:pathLst>
              </a:custGeom>
              <a:solidFill>
                <a:srgbClr val="002B47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40" name="Vrije vorm: vorm 39">
                <a:extLst>
                  <a:ext uri="{FF2B5EF4-FFF2-40B4-BE49-F238E27FC236}">
                    <a16:creationId xmlns:a16="http://schemas.microsoft.com/office/drawing/2014/main" id="{BF604586-9D56-5A7F-CDA8-851FE20A5DED}"/>
                  </a:ext>
                </a:extLst>
              </p:cNvPr>
              <p:cNvSpPr/>
              <p:nvPr/>
            </p:nvSpPr>
            <p:spPr>
              <a:xfrm>
                <a:off x="801848" y="5353167"/>
                <a:ext cx="251084" cy="223397"/>
              </a:xfrm>
              <a:custGeom>
                <a:avLst/>
                <a:gdLst>
                  <a:gd name="connsiteX0" fmla="*/ 47 w 251084"/>
                  <a:gd name="connsiteY0" fmla="*/ 666 h 223397"/>
                  <a:gd name="connsiteX1" fmla="*/ 47 w 251084"/>
                  <a:gd name="connsiteY1" fmla="*/ 224063 h 223397"/>
                  <a:gd name="connsiteX2" fmla="*/ 83143 w 251084"/>
                  <a:gd name="connsiteY2" fmla="*/ 224063 h 223397"/>
                  <a:gd name="connsiteX3" fmla="*/ 83143 w 251084"/>
                  <a:gd name="connsiteY3" fmla="*/ 84848 h 223397"/>
                  <a:gd name="connsiteX4" fmla="*/ 168035 w 251084"/>
                  <a:gd name="connsiteY4" fmla="*/ 84848 h 223397"/>
                  <a:gd name="connsiteX5" fmla="*/ 168035 w 251084"/>
                  <a:gd name="connsiteY5" fmla="*/ 224063 h 223397"/>
                  <a:gd name="connsiteX6" fmla="*/ 251132 w 251084"/>
                  <a:gd name="connsiteY6" fmla="*/ 224063 h 223397"/>
                  <a:gd name="connsiteX7" fmla="*/ 251132 w 251084"/>
                  <a:gd name="connsiteY7" fmla="*/ 666 h 223397"/>
                  <a:gd name="connsiteX8" fmla="*/ 47 w 251084"/>
                  <a:gd name="connsiteY8" fmla="*/ 666 h 223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1084" h="223397">
                    <a:moveTo>
                      <a:pt x="47" y="666"/>
                    </a:moveTo>
                    <a:lnTo>
                      <a:pt x="47" y="224063"/>
                    </a:lnTo>
                    <a:lnTo>
                      <a:pt x="83143" y="224063"/>
                    </a:lnTo>
                    <a:lnTo>
                      <a:pt x="83143" y="84848"/>
                    </a:lnTo>
                    <a:lnTo>
                      <a:pt x="168035" y="84848"/>
                    </a:lnTo>
                    <a:lnTo>
                      <a:pt x="168035" y="224063"/>
                    </a:lnTo>
                    <a:lnTo>
                      <a:pt x="251132" y="224063"/>
                    </a:lnTo>
                    <a:lnTo>
                      <a:pt x="251132" y="666"/>
                    </a:lnTo>
                    <a:lnTo>
                      <a:pt x="47" y="666"/>
                    </a:lnTo>
                    <a:close/>
                  </a:path>
                </a:pathLst>
              </a:custGeom>
              <a:solidFill>
                <a:srgbClr val="008A00"/>
              </a:solidFill>
              <a:ln w="2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</p:grpSp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F2060B4-46E0-E072-4F63-2B630FC63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59425" y="422925"/>
            <a:ext cx="5446800" cy="54468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180000"/>
          <a:lstStyle>
            <a:lvl1pPr algn="ctr">
              <a:defRPr sz="1300"/>
            </a:lvl1pPr>
          </a:lstStyle>
          <a:p>
            <a:r>
              <a:rPr lang="en-GB" noProof="0" dirty="0"/>
              <a:t>Click icon to add image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1D6F6AC0-2422-BC2B-44B7-4FB96F7F7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800164" y="6184452"/>
            <a:ext cx="1634566" cy="370800"/>
          </a:xfrm>
        </p:spPr>
        <p:txBody>
          <a:bodyPr/>
          <a:lstStyle>
            <a:lvl1pPr>
              <a:lnSpc>
                <a:spcPct val="90000"/>
              </a:lnSpc>
              <a:defRPr sz="800"/>
            </a:lvl1pPr>
          </a:lstStyle>
          <a:p>
            <a:pPr lvl="0"/>
            <a:r>
              <a:rPr lang="en-GB" noProof="0" dirty="0"/>
              <a:t>Click icon to add partner logo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B3ECCA-832F-A765-62DD-4DD726670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8699" y="6184452"/>
            <a:ext cx="1634566" cy="370800"/>
          </a:xfrm>
        </p:spPr>
        <p:txBody>
          <a:bodyPr/>
          <a:lstStyle>
            <a:lvl1pPr>
              <a:lnSpc>
                <a:spcPct val="90000"/>
              </a:lnSpc>
              <a:defRPr sz="800"/>
            </a:lvl1pPr>
          </a:lstStyle>
          <a:p>
            <a:pPr lvl="0"/>
            <a:r>
              <a:rPr lang="en-GB" noProof="0" dirty="0"/>
              <a:t>Click icon to add partner logo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44F6507B-79DD-375F-F633-273C3C4B9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57234" y="6184452"/>
            <a:ext cx="1634566" cy="370800"/>
          </a:xfrm>
        </p:spPr>
        <p:txBody>
          <a:bodyPr/>
          <a:lstStyle>
            <a:lvl1pPr>
              <a:lnSpc>
                <a:spcPct val="90000"/>
              </a:lnSpc>
              <a:defRPr sz="800"/>
            </a:lvl1pPr>
          </a:lstStyle>
          <a:p>
            <a:pPr lvl="0"/>
            <a:r>
              <a:rPr lang="en-GB" noProof="0" dirty="0"/>
              <a:t>Click icon to add partner logo</a:t>
            </a:r>
          </a:p>
        </p:txBody>
      </p:sp>
      <p:sp>
        <p:nvSpPr>
          <p:cNvPr id="43" name="Content Placeholder 6">
            <a:extLst>
              <a:ext uri="{FF2B5EF4-FFF2-40B4-BE49-F238E27FC236}">
                <a16:creationId xmlns:a16="http://schemas.microsoft.com/office/drawing/2014/main" id="{B9C85947-A1D6-F735-3080-EB742F614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035768" y="6184452"/>
            <a:ext cx="1634566" cy="370800"/>
          </a:xfrm>
        </p:spPr>
        <p:txBody>
          <a:bodyPr/>
          <a:lstStyle>
            <a:lvl1pPr>
              <a:lnSpc>
                <a:spcPct val="90000"/>
              </a:lnSpc>
              <a:defRPr sz="800"/>
            </a:lvl1pPr>
          </a:lstStyle>
          <a:p>
            <a:pPr lvl="0"/>
            <a:r>
              <a:rPr lang="en-GB" noProof="0" dirty="0"/>
              <a:t>Click icon to add partner logo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BFCBDB9-EFAD-F5E7-6660-824C3FF39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20DBFA-6607-4B84-AA0E-8FB85D9E5404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44581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Titel">
            <a:extLst>
              <a:ext uri="{FF2B5EF4-FFF2-40B4-BE49-F238E27FC236}">
                <a16:creationId xmlns:a16="http://schemas.microsoft.com/office/drawing/2014/main" id="{6DCD280C-2F97-2E4B-0B43-7F4635212BD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15177" y="285705"/>
            <a:ext cx="10515600" cy="601801"/>
          </a:xfrm>
          <a:prstGeom prst="rect">
            <a:avLst/>
          </a:prstGeom>
        </p:spPr>
        <p:txBody>
          <a:bodyPr vert="horz" lIns="64800" tIns="36000" rIns="72000" bIns="36000" rtlCol="0" anchor="t" anchorCtr="0">
            <a:noAutofit/>
          </a:bodyPr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082D1-D1D6-AB76-56CE-972768BE125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415177" y="1847145"/>
            <a:ext cx="8998029" cy="4029780"/>
          </a:xfrm>
          <a:prstGeom prst="rect">
            <a:avLst/>
          </a:prstGeom>
        </p:spPr>
        <p:txBody>
          <a:bodyPr vert="horz" lIns="72000" tIns="54000" rIns="72000" bIns="36000" rtlCol="0" anchor="t" anchorCtr="0">
            <a:noAutofit/>
          </a:bodyPr>
          <a:lstStyle/>
          <a:p>
            <a:pPr lvl="0"/>
            <a:r>
              <a:rPr lang="en-GB" noProof="0" dirty="0"/>
              <a:t>First text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Subheading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 </a:t>
            </a:r>
          </a:p>
          <a:p>
            <a:pPr lvl="8"/>
            <a:r>
              <a:rPr lang="en-GB" noProof="0" dirty="0"/>
              <a:t>Nineth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6E2F01-A04C-D502-C5CA-2E96BECA3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78368" y="6080889"/>
            <a:ext cx="11235264" cy="594097"/>
            <a:chOff x="478368" y="6080889"/>
            <a:chExt cx="11235264" cy="594097"/>
          </a:xfrm>
        </p:grpSpPr>
        <p:sp>
          <p:nvSpPr>
            <p:cNvPr id="5" name="Rechthoek: afgeronde hoeken 6">
              <a:extLst>
                <a:ext uri="{FF2B5EF4-FFF2-40B4-BE49-F238E27FC236}">
                  <a16:creationId xmlns:a16="http://schemas.microsoft.com/office/drawing/2014/main" id="{D5A21C63-F6D4-138F-C9D7-07C756609531}"/>
                </a:ext>
              </a:extLst>
            </p:cNvPr>
            <p:cNvSpPr>
              <a:spLocks/>
            </p:cNvSpPr>
            <p:nvPr userDrawn="1"/>
          </p:nvSpPr>
          <p:spPr>
            <a:xfrm>
              <a:off x="478368" y="6080889"/>
              <a:ext cx="11235264" cy="594097"/>
            </a:xfrm>
            <a:prstGeom prst="roundRect">
              <a:avLst>
                <a:gd name="adj" fmla="val 18452"/>
              </a:avLst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 dirty="0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7BC6F25-3EB6-73DB-E94F-B1867A721A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92930" y="6220795"/>
              <a:ext cx="1643064" cy="314992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A9013-6404-32EF-2A18-FD781B6A76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0963728" y="6251937"/>
            <a:ext cx="614203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E20DBFA-6607-4B84-AA0E-8FB85D9E5404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2861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50" r:id="rId2"/>
    <p:sldLayoutId id="2147483662" r:id="rId3"/>
    <p:sldLayoutId id="2147483728" r:id="rId4"/>
    <p:sldLayoutId id="2147483723" r:id="rId5"/>
    <p:sldLayoutId id="2147483724" r:id="rId6"/>
    <p:sldLayoutId id="2147483739" r:id="rId7"/>
    <p:sldLayoutId id="2147483725" r:id="rId8"/>
    <p:sldLayoutId id="2147483737" r:id="rId9"/>
    <p:sldLayoutId id="2147483738" r:id="rId10"/>
    <p:sldLayoutId id="2147483740" r:id="rId11"/>
    <p:sldLayoutId id="2147483742" r:id="rId12"/>
    <p:sldLayoutId id="2147483748" r:id="rId13"/>
    <p:sldLayoutId id="2147483749" r:id="rId14"/>
    <p:sldLayoutId id="2147483741" r:id="rId15"/>
    <p:sldLayoutId id="2147483727" r:id="rId16"/>
    <p:sldLayoutId id="2147483729" r:id="rId17"/>
    <p:sldLayoutId id="2147483733" r:id="rId18"/>
    <p:sldLayoutId id="2147483730" r:id="rId19"/>
    <p:sldLayoutId id="2147483734" r:id="rId20"/>
    <p:sldLayoutId id="2147483731" r:id="rId21"/>
    <p:sldLayoutId id="2147483732" r:id="rId22"/>
    <p:sldLayoutId id="2147483735" r:id="rId23"/>
    <p:sldLayoutId id="2147483743" r:id="rId24"/>
    <p:sldLayoutId id="2147483747" r:id="rId25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None/>
        <a:defRPr sz="1900" kern="1200">
          <a:solidFill>
            <a:schemeClr val="tx2"/>
          </a:solidFill>
          <a:latin typeface="+mn-lt"/>
          <a:ea typeface="+mn-ea"/>
          <a:cs typeface="+mn-cs"/>
        </a:defRPr>
      </a:lvl1pPr>
      <a:lvl2pPr marL="352800" indent="-352800" algn="l" defTabSz="914400" rtl="0" eaLnBrk="1" latinLnBrk="0" hangingPunct="1">
        <a:lnSpc>
          <a:spcPct val="105000"/>
        </a:lnSpc>
        <a:spcBef>
          <a:spcPts val="1000"/>
        </a:spcBef>
        <a:buFont typeface="Verdana" panose="020B0604030504040204" pitchFamily="34" charset="0"/>
        <a:buChar char="●"/>
        <a:defRPr sz="1900" kern="1200">
          <a:solidFill>
            <a:schemeClr val="tx2"/>
          </a:solidFill>
          <a:latin typeface="+mn-lt"/>
          <a:ea typeface="+mn-ea"/>
          <a:cs typeface="+mn-cs"/>
        </a:defRPr>
      </a:lvl2pPr>
      <a:lvl3pPr marL="720000" indent="-352800" algn="l" defTabSz="914400" rtl="0" eaLnBrk="1" latinLnBrk="0" hangingPunct="1">
        <a:lnSpc>
          <a:spcPct val="105000"/>
        </a:lnSpc>
        <a:spcBef>
          <a:spcPts val="500"/>
        </a:spcBef>
        <a:buFontTx/>
        <a:buBlip>
          <a:blip r:embed="rId28"/>
        </a:buBlip>
        <a:defRPr sz="1900" kern="1200">
          <a:solidFill>
            <a:schemeClr val="tx2"/>
          </a:solidFill>
          <a:latin typeface="+mn-lt"/>
          <a:ea typeface="+mn-ea"/>
          <a:cs typeface="+mn-cs"/>
        </a:defRPr>
      </a:lvl3pPr>
      <a:lvl4pPr marL="1094400" indent="-352800" algn="l" defTabSz="914400" rtl="0" eaLnBrk="1" latinLnBrk="0" hangingPunct="1">
        <a:lnSpc>
          <a:spcPct val="105000"/>
        </a:lnSpc>
        <a:spcBef>
          <a:spcPts val="500"/>
        </a:spcBef>
        <a:buFontTx/>
        <a:buBlip>
          <a:blip r:embed="rId28"/>
        </a:buBlip>
        <a:defRPr sz="1900" kern="120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5000"/>
        </a:lnSpc>
        <a:spcBef>
          <a:spcPts val="1800"/>
        </a:spcBef>
        <a:buFont typeface="Arial" panose="020B0604020202020204" pitchFamily="34" charset="0"/>
        <a:buNone/>
        <a:defRPr sz="1900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None/>
        <a:defRPr sz="19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None/>
        <a:defRPr sz="1900" kern="120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None/>
        <a:defRPr sz="19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None/>
        <a:defRPr sz="1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3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02" userDrawn="1">
          <p15:clr>
            <a:srgbClr val="F26B43"/>
          </p15:clr>
        </p15:guide>
        <p15:guide id="4" pos="7374" userDrawn="1">
          <p15:clr>
            <a:srgbClr val="F26B43"/>
          </p15:clr>
        </p15:guide>
        <p15:guide id="5" orient="horz" pos="262" userDrawn="1">
          <p15:clr>
            <a:srgbClr val="F26B43"/>
          </p15:clr>
        </p15:guide>
        <p15:guide id="6" orient="horz" pos="370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F5703261-3B2D-ABAB-82D6-352AA2CE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08" y="709986"/>
            <a:ext cx="5019041" cy="601801"/>
          </a:xfrm>
        </p:spPr>
        <p:txBody>
          <a:bodyPr/>
          <a:lstStyle/>
          <a:p>
            <a:r>
              <a:rPr lang="nl-NL" dirty="0" err="1"/>
              <a:t>Comparative</a:t>
            </a:r>
            <a:r>
              <a:rPr lang="nl-NL" dirty="0"/>
              <a:t> Machine Learning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predicting</a:t>
            </a:r>
            <a:r>
              <a:rPr lang="nl-NL" dirty="0"/>
              <a:t> late-</a:t>
            </a:r>
            <a:r>
              <a:rPr lang="nl-NL" dirty="0" err="1"/>
              <a:t>lactation</a:t>
            </a:r>
            <a:r>
              <a:rPr lang="nl-NL" dirty="0"/>
              <a:t> </a:t>
            </a:r>
            <a:r>
              <a:rPr lang="nl-NL" dirty="0" err="1"/>
              <a:t>milk</a:t>
            </a:r>
            <a:r>
              <a:rPr lang="nl-NL" dirty="0"/>
              <a:t> </a:t>
            </a:r>
            <a:r>
              <a:rPr lang="nl-NL" dirty="0" err="1"/>
              <a:t>yield</a:t>
            </a:r>
            <a:r>
              <a:rPr lang="nl-NL" dirty="0"/>
              <a:t> in </a:t>
            </a:r>
            <a:r>
              <a:rPr lang="nl-NL" dirty="0" err="1"/>
              <a:t>dairy</a:t>
            </a:r>
            <a:r>
              <a:rPr lang="nl-NL" dirty="0"/>
              <a:t> </a:t>
            </a:r>
            <a:r>
              <a:rPr lang="nl-NL" dirty="0" err="1"/>
              <a:t>cows</a:t>
            </a:r>
            <a:endParaRPr lang="en-GB" noProof="0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CA073296-2DFA-4FB5-9A90-8E5946E398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5858" y="4670681"/>
            <a:ext cx="4896000" cy="958594"/>
          </a:xfrm>
        </p:spPr>
        <p:txBody>
          <a:bodyPr/>
          <a:lstStyle/>
          <a:p>
            <a:r>
              <a:rPr lang="en-GB" dirty="0"/>
              <a:t>08-09-2026</a:t>
            </a:r>
            <a:br>
              <a:rPr lang="en-GB" noProof="0" dirty="0"/>
            </a:br>
            <a:r>
              <a:rPr lang="en-GB" u="sng" dirty="0"/>
              <a:t>Y. Aarts</a:t>
            </a:r>
            <a:r>
              <a:rPr lang="en-GB" dirty="0"/>
              <a:t>, E. Burgers, E. Saccenti, R. Torres, R. </a:t>
            </a:r>
            <a:r>
              <a:rPr lang="en-GB" dirty="0" err="1"/>
              <a:t>Goselink</a:t>
            </a:r>
            <a:r>
              <a:rPr lang="en-GB" dirty="0"/>
              <a:t> &amp; A. van Knegsel</a:t>
            </a:r>
            <a:endParaRPr lang="en-GB" noProof="0" dirty="0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0BF114F6-AF8F-FF98-F3D6-F9F9ADAFD46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3168" r="13168"/>
          <a:stretch>
            <a:fillRect/>
          </a:stretch>
        </p:blipFill>
        <p:spPr>
          <a:custGeom>
            <a:avLst/>
            <a:gdLst>
              <a:gd name="csX0" fmla="*/ 1615618 w 6736235"/>
              <a:gd name="csY0" fmla="*/ 0 h 6857999"/>
              <a:gd name="csX1" fmla="*/ 6736235 w 6736235"/>
              <a:gd name="csY1" fmla="*/ 0 h 6857999"/>
              <a:gd name="csX2" fmla="*/ 6736235 w 6736235"/>
              <a:gd name="csY2" fmla="*/ 6857999 h 6857999"/>
              <a:gd name="csX3" fmla="*/ 1615615 w 6736235"/>
              <a:gd name="csY3" fmla="*/ 6857999 h 6857999"/>
              <a:gd name="csX4" fmla="*/ 1459885 w 6736235"/>
              <a:gd name="csY4" fmla="*/ 6723272 h 6857999"/>
              <a:gd name="csX5" fmla="*/ 0 w 6736235"/>
              <a:gd name="csY5" fmla="*/ 3429001 h 6857999"/>
              <a:gd name="csX6" fmla="*/ 1459885 w 6736235"/>
              <a:gd name="csY6" fmla="*/ 134731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736235" h="6857999">
                <a:moveTo>
                  <a:pt x="1615618" y="0"/>
                </a:moveTo>
                <a:lnTo>
                  <a:pt x="6736235" y="0"/>
                </a:lnTo>
                <a:lnTo>
                  <a:pt x="6736235" y="6857999"/>
                </a:lnTo>
                <a:lnTo>
                  <a:pt x="1615615" y="6857999"/>
                </a:lnTo>
                <a:lnTo>
                  <a:pt x="1459885" y="6723272"/>
                </a:lnTo>
                <a:cubicBezTo>
                  <a:pt x="563047" y="5909169"/>
                  <a:pt x="0" y="4734756"/>
                  <a:pt x="0" y="3429001"/>
                </a:cubicBezTo>
                <a:cubicBezTo>
                  <a:pt x="0" y="2123247"/>
                  <a:pt x="563047" y="948834"/>
                  <a:pt x="1459885" y="134731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28880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C93D-9304-FF22-1F0D-B80C8692F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2910C-C4C5-64D6-CBCA-1A75C882A9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6390" y="1414110"/>
            <a:ext cx="9653174" cy="4029780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2800" b="1" dirty="0"/>
              <a:t>Aim: Predict which cows are likely to maintain milk production in late-lactation.</a:t>
            </a:r>
            <a:endParaRPr lang="nl-NL" sz="2800" b="1" dirty="0"/>
          </a:p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976BD-246D-8635-F19D-0727272608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2</a:t>
            </a:fld>
            <a:endParaRPr lang="en-GB" sz="900" noProof="0" dirty="0"/>
          </a:p>
        </p:txBody>
      </p:sp>
    </p:spTree>
    <p:extLst>
      <p:ext uri="{BB962C8B-B14F-4D97-AF65-F5344CB8AC3E}">
        <p14:creationId xmlns:p14="http://schemas.microsoft.com/office/powerpoint/2010/main" val="400730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C7F5-0A70-CCEB-19F4-068AD851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6141D-3416-8A75-ED6B-A0CEC0C6BE0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Late lactation performance as proxy for extended lactation management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77E91-7AF5-E402-6E57-4BF62E35D6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982C5-6C9A-69E4-E6DF-02E26610CD6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3</a:t>
            </a:fld>
            <a:endParaRPr lang="en-GB" sz="900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0B776C-E407-F196-104B-5BDBDBB7B6F9}"/>
              </a:ext>
            </a:extLst>
          </p:cNvPr>
          <p:cNvSpPr/>
          <p:nvPr/>
        </p:nvSpPr>
        <p:spPr>
          <a:xfrm>
            <a:off x="415177" y="2466116"/>
            <a:ext cx="2898843" cy="17412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Conventional Cycle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Frequent calving and associated risks</a:t>
            </a:r>
            <a:endParaRPr lang="nl-NL" sz="140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9AD24B-0B65-90DC-72D0-6A7F08C0257C}"/>
              </a:ext>
            </a:extLst>
          </p:cNvPr>
          <p:cNvSpPr/>
          <p:nvPr/>
        </p:nvSpPr>
        <p:spPr>
          <a:xfrm>
            <a:off x="4073603" y="2466115"/>
            <a:ext cx="2898843" cy="1741251"/>
          </a:xfrm>
          <a:prstGeom prst="roundRect">
            <a:avLst/>
          </a:prstGeom>
          <a:noFill/>
          <a:ln w="38100">
            <a:solidFill>
              <a:srgbClr val="F4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Extended lactation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Fewer calvings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Sustained production becomes important</a:t>
            </a:r>
            <a:endParaRPr lang="nl-NL" sz="140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C74AD0-0866-8BB6-FBAE-8EE4D32990A3}"/>
              </a:ext>
            </a:extLst>
          </p:cNvPr>
          <p:cNvSpPr/>
          <p:nvPr/>
        </p:nvSpPr>
        <p:spPr>
          <a:xfrm>
            <a:off x="7737699" y="2466114"/>
            <a:ext cx="2898843" cy="1741251"/>
          </a:xfrm>
          <a:prstGeom prst="roundRect">
            <a:avLst/>
          </a:prstGeom>
          <a:noFill/>
          <a:ln w="38100">
            <a:solidFill>
              <a:srgbClr val="008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Selection challenge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Cows differ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Long forecasting window</a:t>
            </a:r>
            <a:endParaRPr lang="nl-NL" sz="140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00F0FB-8386-8D27-05DC-75DE5DB1C367}"/>
              </a:ext>
            </a:extLst>
          </p:cNvPr>
          <p:cNvCxnSpPr/>
          <p:nvPr/>
        </p:nvCxnSpPr>
        <p:spPr>
          <a:xfrm>
            <a:off x="3482502" y="3336739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F5CC88-3A47-96C0-0567-CC8239A9C0CA}"/>
              </a:ext>
            </a:extLst>
          </p:cNvPr>
          <p:cNvCxnSpPr/>
          <p:nvPr/>
        </p:nvCxnSpPr>
        <p:spPr>
          <a:xfrm>
            <a:off x="7136859" y="3336739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32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B704-AECE-6F5A-70DF-276462D2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286FE-1D2F-249F-1287-02BE90596F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278" y="945989"/>
            <a:ext cx="11273615" cy="4029780"/>
          </a:xfrm>
        </p:spPr>
        <p:txBody>
          <a:bodyPr/>
          <a:lstStyle/>
          <a:p>
            <a:pPr algn="ctr"/>
            <a:r>
              <a:rPr lang="en-US" sz="2400" dirty="0"/>
              <a:t>Which time-series classifier best predicts a late-lactation production outcome using the daily milk yield from the first 60 days in lactation?</a:t>
            </a:r>
            <a:endParaRPr lang="nl-NL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24EF5-6E29-3CAF-D4E9-2C460AA00C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4</a:t>
            </a:fld>
            <a:endParaRPr lang="en-GB" sz="900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04EB20-15B9-F7E7-2876-EBF196B85EFA}"/>
              </a:ext>
            </a:extLst>
          </p:cNvPr>
          <p:cNvGrpSpPr/>
          <p:nvPr/>
        </p:nvGrpSpPr>
        <p:grpSpPr>
          <a:xfrm>
            <a:off x="1505648" y="1847145"/>
            <a:ext cx="10546922" cy="4140115"/>
            <a:chOff x="444599" y="820882"/>
            <a:chExt cx="10546922" cy="41401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080FD42-BBC6-4CC4-3437-D6E28635C250}"/>
                </a:ext>
              </a:extLst>
            </p:cNvPr>
            <p:cNvSpPr/>
            <p:nvPr/>
          </p:nvSpPr>
          <p:spPr>
            <a:xfrm>
              <a:off x="845573" y="1248697"/>
              <a:ext cx="8268929" cy="3342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01AE8E-FB15-FB0A-3B17-BFC78E23190B}"/>
                </a:ext>
              </a:extLst>
            </p:cNvPr>
            <p:cNvSpPr txBox="1"/>
            <p:nvPr/>
          </p:nvSpPr>
          <p:spPr>
            <a:xfrm>
              <a:off x="825910" y="4591665"/>
              <a:ext cx="7629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DIM</a:t>
              </a:r>
              <a:endParaRPr lang="nl-NL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9BFD88-F2B6-CC04-A3ED-9340B015D50F}"/>
                </a:ext>
              </a:extLst>
            </p:cNvPr>
            <p:cNvSpPr txBox="1"/>
            <p:nvPr/>
          </p:nvSpPr>
          <p:spPr>
            <a:xfrm rot="16200000">
              <a:off x="-1032386" y="2725682"/>
              <a:ext cx="33233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Milk yield</a:t>
              </a:r>
              <a:endParaRPr lang="nl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65AC9BB-420E-0698-DB5B-64122CFA449A}"/>
                </a:ext>
              </a:extLst>
            </p:cNvPr>
            <p:cNvCxnSpPr/>
            <p:nvPr/>
          </p:nvCxnSpPr>
          <p:spPr>
            <a:xfrm>
              <a:off x="2143436" y="1248697"/>
              <a:ext cx="0" cy="3342968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5035B6-131E-490B-EB5B-71FBDA603EA2}"/>
                </a:ext>
              </a:extLst>
            </p:cNvPr>
            <p:cNvSpPr txBox="1"/>
            <p:nvPr/>
          </p:nvSpPr>
          <p:spPr>
            <a:xfrm>
              <a:off x="1927123" y="4571998"/>
              <a:ext cx="5407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60</a:t>
              </a:r>
              <a:endParaRPr lang="nl-NL" dirty="0">
                <a:solidFill>
                  <a:srgbClr val="FF0000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C230E4-D956-F96A-4FAB-5A2CD846BF30}"/>
                </a:ext>
              </a:extLst>
            </p:cNvPr>
            <p:cNvSpPr/>
            <p:nvPr/>
          </p:nvSpPr>
          <p:spPr>
            <a:xfrm>
              <a:off x="1002890" y="2682624"/>
              <a:ext cx="6390968" cy="1899208"/>
            </a:xfrm>
            <a:custGeom>
              <a:avLst/>
              <a:gdLst>
                <a:gd name="csX0" fmla="*/ 0 w 6390968"/>
                <a:gd name="csY0" fmla="*/ 1899208 h 1899208"/>
                <a:gd name="csX1" fmla="*/ 1022555 w 6390968"/>
                <a:gd name="csY1" fmla="*/ 11415 h 1899208"/>
                <a:gd name="csX2" fmla="*/ 4709652 w 6390968"/>
                <a:gd name="csY2" fmla="*/ 1112628 h 1899208"/>
                <a:gd name="csX3" fmla="*/ 6390968 w 6390968"/>
                <a:gd name="csY3" fmla="*/ 1181453 h 18992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90968" h="1899208">
                  <a:moveTo>
                    <a:pt x="0" y="1899208"/>
                  </a:moveTo>
                  <a:cubicBezTo>
                    <a:pt x="118806" y="1020860"/>
                    <a:pt x="237613" y="142512"/>
                    <a:pt x="1022555" y="11415"/>
                  </a:cubicBezTo>
                  <a:cubicBezTo>
                    <a:pt x="1807497" y="-119682"/>
                    <a:pt x="3814917" y="917622"/>
                    <a:pt x="4709652" y="1112628"/>
                  </a:cubicBezTo>
                  <a:cubicBezTo>
                    <a:pt x="5604388" y="1307634"/>
                    <a:pt x="6195962" y="897956"/>
                    <a:pt x="6390968" y="1181453"/>
                  </a:cubicBezTo>
                </a:path>
              </a:pathLst>
            </a:custGeom>
            <a:ln w="28575"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5B2D5A8-B64E-2861-4EF2-2E341C92D6E2}"/>
                </a:ext>
              </a:extLst>
            </p:cNvPr>
            <p:cNvSpPr/>
            <p:nvPr/>
          </p:nvSpPr>
          <p:spPr>
            <a:xfrm>
              <a:off x="1012724" y="2408252"/>
              <a:ext cx="6412777" cy="2163748"/>
            </a:xfrm>
            <a:custGeom>
              <a:avLst/>
              <a:gdLst>
                <a:gd name="csX0" fmla="*/ 0 w 6282813"/>
                <a:gd name="csY0" fmla="*/ 2163748 h 2163748"/>
                <a:gd name="csX1" fmla="*/ 1002890 w 6282813"/>
                <a:gd name="csY1" fmla="*/ 59645 h 2163748"/>
                <a:gd name="csX2" fmla="*/ 2989007 w 6282813"/>
                <a:gd name="csY2" fmla="*/ 610251 h 2163748"/>
                <a:gd name="csX3" fmla="*/ 6282813 w 6282813"/>
                <a:gd name="csY3" fmla="*/ 964213 h 2163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282813" h="2163748">
                  <a:moveTo>
                    <a:pt x="0" y="2163748"/>
                  </a:moveTo>
                  <a:cubicBezTo>
                    <a:pt x="252361" y="1241154"/>
                    <a:pt x="504722" y="318561"/>
                    <a:pt x="1002890" y="59645"/>
                  </a:cubicBezTo>
                  <a:cubicBezTo>
                    <a:pt x="1501058" y="-199271"/>
                    <a:pt x="2109020" y="459490"/>
                    <a:pt x="2989007" y="610251"/>
                  </a:cubicBezTo>
                  <a:cubicBezTo>
                    <a:pt x="3868994" y="761012"/>
                    <a:pt x="5075903" y="862612"/>
                    <a:pt x="6282813" y="964213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DDAE33-8ED6-B217-0C42-D45B84EE4BFF}"/>
                </a:ext>
              </a:extLst>
            </p:cNvPr>
            <p:cNvSpPr/>
            <p:nvPr/>
          </p:nvSpPr>
          <p:spPr>
            <a:xfrm>
              <a:off x="6173968" y="3569109"/>
              <a:ext cx="422787" cy="1032387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72E4D1-D19E-A3CB-BBD7-387A9AE90B45}"/>
                </a:ext>
              </a:extLst>
            </p:cNvPr>
            <p:cNvSpPr/>
            <p:nvPr/>
          </p:nvSpPr>
          <p:spPr>
            <a:xfrm>
              <a:off x="6169738" y="1248698"/>
              <a:ext cx="422787" cy="2335626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F438E3-47F0-98A8-D09B-B37723CB1CEE}"/>
                </a:ext>
              </a:extLst>
            </p:cNvPr>
            <p:cNvSpPr txBox="1"/>
            <p:nvPr/>
          </p:nvSpPr>
          <p:spPr>
            <a:xfrm>
              <a:off x="5955887" y="4591665"/>
              <a:ext cx="1263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250-257</a:t>
              </a:r>
              <a:endParaRPr lang="nl-NL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9059BF-57B2-3D9E-07FA-C82EB5589C3D}"/>
                </a:ext>
              </a:extLst>
            </p:cNvPr>
            <p:cNvSpPr txBox="1"/>
            <p:nvPr/>
          </p:nvSpPr>
          <p:spPr>
            <a:xfrm>
              <a:off x="6668724" y="1717068"/>
              <a:ext cx="1010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Class 1</a:t>
              </a:r>
              <a:endParaRPr lang="nl-NL" dirty="0">
                <a:solidFill>
                  <a:schemeClr val="accent6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6A6A74-F3D5-8EA5-29BC-2802B6B9A1FC}"/>
                </a:ext>
              </a:extLst>
            </p:cNvPr>
            <p:cNvSpPr txBox="1"/>
            <p:nvPr/>
          </p:nvSpPr>
          <p:spPr>
            <a:xfrm>
              <a:off x="6668724" y="3900636"/>
              <a:ext cx="1010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Class 0</a:t>
              </a:r>
              <a:endParaRPr lang="nl-NL" dirty="0">
                <a:solidFill>
                  <a:schemeClr val="accent2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065254-CF46-7A48-F2C5-18C0A0FC8631}"/>
                </a:ext>
              </a:extLst>
            </p:cNvPr>
            <p:cNvSpPr txBox="1"/>
            <p:nvPr/>
          </p:nvSpPr>
          <p:spPr>
            <a:xfrm>
              <a:off x="6629395" y="3366305"/>
              <a:ext cx="4362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Decision threshold -&gt; 21.25 kg/day</a:t>
              </a:r>
              <a:endParaRPr lang="nl-NL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22C559A-118A-5948-A4CC-042135A75491}"/>
                </a:ext>
              </a:extLst>
            </p:cNvPr>
            <p:cNvSpPr txBox="1"/>
            <p:nvPr/>
          </p:nvSpPr>
          <p:spPr>
            <a:xfrm>
              <a:off x="813931" y="820882"/>
              <a:ext cx="13295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Input</a:t>
              </a:r>
              <a:endParaRPr lang="nl-NL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57786A-DC19-F151-185F-B3518C357490}"/>
                </a:ext>
              </a:extLst>
            </p:cNvPr>
            <p:cNvSpPr txBox="1"/>
            <p:nvPr/>
          </p:nvSpPr>
          <p:spPr>
            <a:xfrm>
              <a:off x="5711464" y="869532"/>
              <a:ext cx="13295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Outcome</a:t>
              </a:r>
              <a:endParaRPr lang="nl-NL" dirty="0"/>
            </a:p>
          </p:txBody>
        </p:sp>
      </p:grpSp>
    </p:spTree>
    <p:extLst>
      <p:ext uri="{BB962C8B-B14F-4D97-AF65-F5344CB8AC3E}">
        <p14:creationId xmlns:p14="http://schemas.microsoft.com/office/powerpoint/2010/main" val="19155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92C84-8D44-E503-6E0F-E36029E12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time-series classification?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8265A-C58D-9911-27B5-95E53DB6E44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Methods can emphasize different patterns encoded in time-series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B3F422-BA11-A088-A62A-9D5842483D8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5</a:t>
            </a:fld>
            <a:endParaRPr lang="en-GB" sz="900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C1B5F2-21D5-E430-9B49-86C097CE3988}"/>
              </a:ext>
            </a:extLst>
          </p:cNvPr>
          <p:cNvCxnSpPr/>
          <p:nvPr/>
        </p:nvCxnSpPr>
        <p:spPr>
          <a:xfrm>
            <a:off x="2880000" y="1809342"/>
            <a:ext cx="0" cy="42023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DF1139-47E3-BE6C-E1F2-7F79024A1711}"/>
              </a:ext>
            </a:extLst>
          </p:cNvPr>
          <p:cNvCxnSpPr/>
          <p:nvPr/>
        </p:nvCxnSpPr>
        <p:spPr>
          <a:xfrm>
            <a:off x="483140" y="1799627"/>
            <a:ext cx="112257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039DB2-0138-407D-AA80-3B73A10B6B56}"/>
              </a:ext>
            </a:extLst>
          </p:cNvPr>
          <p:cNvCxnSpPr/>
          <p:nvPr/>
        </p:nvCxnSpPr>
        <p:spPr>
          <a:xfrm>
            <a:off x="5040000" y="1799627"/>
            <a:ext cx="0" cy="42023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5700EA-DDDE-0196-CB68-2F0F1930DBF4}"/>
              </a:ext>
            </a:extLst>
          </p:cNvPr>
          <p:cNvCxnSpPr/>
          <p:nvPr/>
        </p:nvCxnSpPr>
        <p:spPr>
          <a:xfrm>
            <a:off x="7200000" y="1809342"/>
            <a:ext cx="0" cy="42023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6CBDFA-5AC0-14D8-3BA4-7604DC3185AA}"/>
              </a:ext>
            </a:extLst>
          </p:cNvPr>
          <p:cNvCxnSpPr/>
          <p:nvPr/>
        </p:nvCxnSpPr>
        <p:spPr>
          <a:xfrm>
            <a:off x="9360000" y="1799627"/>
            <a:ext cx="0" cy="42023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7C6071-FCAA-2347-3236-2390E5027548}"/>
              </a:ext>
            </a:extLst>
          </p:cNvPr>
          <p:cNvSpPr txBox="1"/>
          <p:nvPr/>
        </p:nvSpPr>
        <p:spPr>
          <a:xfrm>
            <a:off x="603709" y="1435206"/>
            <a:ext cx="2464822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Distance based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05BA17-35E3-B5DD-7483-C415BB62ECEA}"/>
              </a:ext>
            </a:extLst>
          </p:cNvPr>
          <p:cNvSpPr txBox="1"/>
          <p:nvPr/>
        </p:nvSpPr>
        <p:spPr>
          <a:xfrm>
            <a:off x="2918900" y="1427626"/>
            <a:ext cx="2464822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Interval based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A4E6A7-BE2A-26D9-0F39-E7CBF34E0F93}"/>
              </a:ext>
            </a:extLst>
          </p:cNvPr>
          <p:cNvSpPr txBox="1"/>
          <p:nvPr/>
        </p:nvSpPr>
        <p:spPr>
          <a:xfrm>
            <a:off x="5063700" y="1424390"/>
            <a:ext cx="2464822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 err="1">
                <a:solidFill>
                  <a:schemeClr val="tx2"/>
                </a:solidFill>
              </a:rPr>
              <a:t>Shapelet</a:t>
            </a:r>
            <a:r>
              <a:rPr lang="en-US" dirty="0">
                <a:solidFill>
                  <a:schemeClr val="tx2"/>
                </a:solidFill>
              </a:rPr>
              <a:t> based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BB9AF-E11B-8286-01B6-237D26EAF6A4}"/>
              </a:ext>
            </a:extLst>
          </p:cNvPr>
          <p:cNvSpPr txBox="1"/>
          <p:nvPr/>
        </p:nvSpPr>
        <p:spPr>
          <a:xfrm>
            <a:off x="7213516" y="1423288"/>
            <a:ext cx="2464822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Dictionary based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4C15DA-0FDC-5171-89AC-7DE55D144325}"/>
              </a:ext>
            </a:extLst>
          </p:cNvPr>
          <p:cNvSpPr txBox="1"/>
          <p:nvPr/>
        </p:nvSpPr>
        <p:spPr>
          <a:xfrm>
            <a:off x="9402242" y="1420052"/>
            <a:ext cx="2464822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Hybrid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01F0C05-FE4B-B1B6-298F-85318DAC6834}"/>
              </a:ext>
            </a:extLst>
          </p:cNvPr>
          <p:cNvSpPr/>
          <p:nvPr/>
        </p:nvSpPr>
        <p:spPr>
          <a:xfrm>
            <a:off x="603709" y="2159540"/>
            <a:ext cx="1932564" cy="93385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K-Nearest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Neighbour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Time Series Classifier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(KNN)</a:t>
            </a:r>
            <a:endParaRPr lang="nl-NL" sz="120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8F414C2-BF59-7010-4036-8D44FEB1C02B}"/>
              </a:ext>
            </a:extLst>
          </p:cNvPr>
          <p:cNvSpPr/>
          <p:nvPr/>
        </p:nvSpPr>
        <p:spPr>
          <a:xfrm>
            <a:off x="603709" y="3429000"/>
            <a:ext cx="1932564" cy="933856"/>
          </a:xfrm>
          <a:prstGeom prst="roundRect">
            <a:avLst/>
          </a:prstGeom>
          <a:solidFill>
            <a:srgbClr val="97C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Elastic Ensemble of Time Series Distance Measures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(EE)</a:t>
            </a:r>
            <a:endParaRPr lang="nl-NL" sz="120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278F76E-EC10-0B7F-230A-6D8D13472D3F}"/>
              </a:ext>
            </a:extLst>
          </p:cNvPr>
          <p:cNvSpPr/>
          <p:nvPr/>
        </p:nvSpPr>
        <p:spPr>
          <a:xfrm>
            <a:off x="2993718" y="2158202"/>
            <a:ext cx="1932564" cy="933856"/>
          </a:xfrm>
          <a:prstGeom prst="roundRect">
            <a:avLst/>
          </a:prstGeom>
          <a:solidFill>
            <a:srgbClr val="88C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 Series Forest Classifier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(TSF)</a:t>
            </a:r>
            <a:endParaRPr lang="nl-NL" sz="120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9B12067-2362-EF2F-EDFC-0647F28CD6BC}"/>
              </a:ext>
            </a:extLst>
          </p:cNvPr>
          <p:cNvSpPr/>
          <p:nvPr/>
        </p:nvSpPr>
        <p:spPr>
          <a:xfrm>
            <a:off x="5153718" y="2158202"/>
            <a:ext cx="1932564" cy="933856"/>
          </a:xfrm>
          <a:prstGeom prst="roundRect">
            <a:avLst/>
          </a:prstGeom>
          <a:solidFill>
            <a:srgbClr val="FFAA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Learning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Shapelet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Classifier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(LS)</a:t>
            </a:r>
            <a:endParaRPr lang="nl-NL" sz="120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FF5FF0C-53E8-EC8B-EA9C-2D75E9A9CEDA}"/>
              </a:ext>
            </a:extLst>
          </p:cNvPr>
          <p:cNvSpPr/>
          <p:nvPr/>
        </p:nvSpPr>
        <p:spPr>
          <a:xfrm>
            <a:off x="7320476" y="2164049"/>
            <a:ext cx="1932564" cy="9338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Bag of Patterns transformation + Random Forest Classifier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(BOP + RF)</a:t>
            </a:r>
            <a:endParaRPr lang="nl-NL" sz="120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6E283DF-F1C8-4719-8B5F-089225BE8888}"/>
              </a:ext>
            </a:extLst>
          </p:cNvPr>
          <p:cNvSpPr/>
          <p:nvPr/>
        </p:nvSpPr>
        <p:spPr>
          <a:xfrm>
            <a:off x="7320476" y="3429000"/>
            <a:ext cx="1932564" cy="93385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Ensemble of Bag of Symbolic Fourier Approximation Symbols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(BOSS)</a:t>
            </a:r>
            <a:endParaRPr lang="nl-NL" sz="120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63B3F00-7FF7-82F1-28A8-99AB97A711C1}"/>
              </a:ext>
            </a:extLst>
          </p:cNvPr>
          <p:cNvSpPr/>
          <p:nvPr/>
        </p:nvSpPr>
        <p:spPr>
          <a:xfrm>
            <a:off x="9466960" y="2153864"/>
            <a:ext cx="1932564" cy="93385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Hierarchical Vote Collective of Transformation-based Ensembles V2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(HIVE-COTE)</a:t>
            </a:r>
            <a:endParaRPr lang="nl-NL" sz="120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26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2DC29-2E91-193B-7C4A-6CD3E960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3CD42-6238-1B9C-90A1-982F82E9ED9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F4B01-9F49-6D48-3BF1-4C47B8B5B3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6</a:t>
            </a:fld>
            <a:endParaRPr lang="en-GB" sz="900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815A4C-0A43-7A2D-90F9-EB9D2CEFE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61" y="1609134"/>
            <a:ext cx="596096" cy="5960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8248ED-B35E-5321-B327-A9E34F89F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61" y="2462168"/>
            <a:ext cx="784607" cy="78460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18AA5EA-32F0-8A52-06AA-54AD6F106C7C}"/>
              </a:ext>
            </a:extLst>
          </p:cNvPr>
          <p:cNvGrpSpPr/>
          <p:nvPr/>
        </p:nvGrpSpPr>
        <p:grpSpPr>
          <a:xfrm>
            <a:off x="410361" y="3796056"/>
            <a:ext cx="1000150" cy="601800"/>
            <a:chOff x="3236976" y="3364992"/>
            <a:chExt cx="493776" cy="26517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3DBA3BF-1F9F-00E3-CE67-8C9112BD8C27}"/>
                </a:ext>
              </a:extLst>
            </p:cNvPr>
            <p:cNvSpPr/>
            <p:nvPr/>
          </p:nvSpPr>
          <p:spPr>
            <a:xfrm>
              <a:off x="3246798" y="3424767"/>
              <a:ext cx="475488" cy="198654"/>
            </a:xfrm>
            <a:custGeom>
              <a:avLst/>
              <a:gdLst>
                <a:gd name="csX0" fmla="*/ 0 w 2350008"/>
                <a:gd name="csY0" fmla="*/ 1708938 h 1708938"/>
                <a:gd name="csX1" fmla="*/ 740664 w 2350008"/>
                <a:gd name="csY1" fmla="*/ 17298 h 1708938"/>
                <a:gd name="csX2" fmla="*/ 2350008 w 2350008"/>
                <a:gd name="csY2" fmla="*/ 831114 h 1708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350008" h="1708938">
                  <a:moveTo>
                    <a:pt x="0" y="1708938"/>
                  </a:moveTo>
                  <a:cubicBezTo>
                    <a:pt x="174498" y="936270"/>
                    <a:pt x="348996" y="163602"/>
                    <a:pt x="740664" y="17298"/>
                  </a:cubicBezTo>
                  <a:cubicBezTo>
                    <a:pt x="1132332" y="-129006"/>
                    <a:pt x="1906524" y="697002"/>
                    <a:pt x="2350008" y="83111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2223A97-7248-2A85-1C57-9D03DD43C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6976" y="3364992"/>
              <a:ext cx="0" cy="265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A9EED72-6CC4-E172-D8C6-320BC749534D}"/>
                </a:ext>
              </a:extLst>
            </p:cNvPr>
            <p:cNvCxnSpPr>
              <a:cxnSpLocks/>
            </p:cNvCxnSpPr>
            <p:nvPr/>
          </p:nvCxnSpPr>
          <p:spPr>
            <a:xfrm>
              <a:off x="3236976" y="3627654"/>
              <a:ext cx="4937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AA3683D-F1BB-4053-8E0A-142764F7E90F}"/>
              </a:ext>
            </a:extLst>
          </p:cNvPr>
          <p:cNvSpPr txBox="1"/>
          <p:nvPr/>
        </p:nvSpPr>
        <p:spPr>
          <a:xfrm>
            <a:off x="1393363" y="1727517"/>
            <a:ext cx="2373549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27 farms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B8AA98-EBFF-5E90-A0AE-7158DDD6F7CD}"/>
              </a:ext>
            </a:extLst>
          </p:cNvPr>
          <p:cNvSpPr txBox="1"/>
          <p:nvPr/>
        </p:nvSpPr>
        <p:spPr>
          <a:xfrm>
            <a:off x="1393363" y="2636587"/>
            <a:ext cx="2373549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7507 cows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56321F-0000-D11E-2861-36C06F8F4229}"/>
              </a:ext>
            </a:extLst>
          </p:cNvPr>
          <p:cNvSpPr txBox="1"/>
          <p:nvPr/>
        </p:nvSpPr>
        <p:spPr>
          <a:xfrm>
            <a:off x="1393362" y="3964101"/>
            <a:ext cx="2373549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7932 lactations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8B74BD-6BE2-C6ED-4C7B-2B2B602E025C}"/>
              </a:ext>
            </a:extLst>
          </p:cNvPr>
          <p:cNvSpPr/>
          <p:nvPr/>
        </p:nvSpPr>
        <p:spPr>
          <a:xfrm>
            <a:off x="4426085" y="907676"/>
            <a:ext cx="4348264" cy="19122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Cow identification number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Farm identification number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Date of milking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Start of milking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End of milking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Weight of milk milked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CAD8B9C-0657-6168-7F34-1CC683820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04680"/>
              </p:ext>
            </p:extLst>
          </p:nvPr>
        </p:nvGraphicFramePr>
        <p:xfrm>
          <a:off x="3449931" y="3608475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0052134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257719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113411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324535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47039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2-59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60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899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Lactation 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…, …, …,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728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Lactation 2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…, …, …,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06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69655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EB873D2-5626-D075-C7FE-21BFA8934087}"/>
              </a:ext>
            </a:extLst>
          </p:cNvPr>
          <p:cNvSpPr/>
          <p:nvPr/>
        </p:nvSpPr>
        <p:spPr>
          <a:xfrm>
            <a:off x="9168384" y="1487424"/>
            <a:ext cx="2373549" cy="169747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SUM Milk production &gt;= 170 in DIM 250-257 then 1 else 0</a:t>
            </a:r>
            <a:endParaRPr lang="nl-NL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065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2D35-E744-981F-0938-E962D00A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design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DA072-5B0E-27A5-52BB-68457357784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B6BC9-062E-3BBD-F372-7538ECF55B7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7</a:t>
            </a:fld>
            <a:endParaRPr lang="en-GB" sz="900" noProof="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B2B803-9C32-175F-3BC1-8BD9F6735D82}"/>
              </a:ext>
            </a:extLst>
          </p:cNvPr>
          <p:cNvGrpSpPr/>
          <p:nvPr/>
        </p:nvGrpSpPr>
        <p:grpSpPr>
          <a:xfrm>
            <a:off x="2149812" y="1423561"/>
            <a:ext cx="7013650" cy="661484"/>
            <a:chOff x="729574" y="1423561"/>
            <a:chExt cx="7013650" cy="6614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E460888-3BEA-A859-CDFB-C4297401600C}"/>
                </a:ext>
              </a:extLst>
            </p:cNvPr>
            <p:cNvSpPr/>
            <p:nvPr/>
          </p:nvSpPr>
          <p:spPr>
            <a:xfrm>
              <a:off x="729574" y="1423564"/>
              <a:ext cx="1001950" cy="66148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C738F3-849F-320A-8C08-3756305AE882}"/>
                </a:ext>
              </a:extLst>
            </p:cNvPr>
            <p:cNvSpPr/>
            <p:nvPr/>
          </p:nvSpPr>
          <p:spPr>
            <a:xfrm>
              <a:off x="1731524" y="1423564"/>
              <a:ext cx="1001950" cy="66148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3F9D2E3-48D4-DDE6-CAED-DC86B4B767E7}"/>
                </a:ext>
              </a:extLst>
            </p:cNvPr>
            <p:cNvSpPr/>
            <p:nvPr/>
          </p:nvSpPr>
          <p:spPr>
            <a:xfrm>
              <a:off x="2733474" y="1423564"/>
              <a:ext cx="1001950" cy="66148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C71B79-2FC4-2761-C552-6C13D853AE13}"/>
                </a:ext>
              </a:extLst>
            </p:cNvPr>
            <p:cNvSpPr/>
            <p:nvPr/>
          </p:nvSpPr>
          <p:spPr>
            <a:xfrm>
              <a:off x="3735424" y="1423563"/>
              <a:ext cx="1001950" cy="66148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59995E-35A5-0A5D-FFEA-F73CCD225B34}"/>
                </a:ext>
              </a:extLst>
            </p:cNvPr>
            <p:cNvSpPr/>
            <p:nvPr/>
          </p:nvSpPr>
          <p:spPr>
            <a:xfrm>
              <a:off x="4737374" y="1423562"/>
              <a:ext cx="1001950" cy="66148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3DD0AC7-71D0-1F91-B24D-3F5E068F6CC7}"/>
                </a:ext>
              </a:extLst>
            </p:cNvPr>
            <p:cNvSpPr/>
            <p:nvPr/>
          </p:nvSpPr>
          <p:spPr>
            <a:xfrm>
              <a:off x="5739324" y="1423562"/>
              <a:ext cx="1001950" cy="66148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3A30936-6EF2-83E7-07C5-5F9EC30895A7}"/>
                </a:ext>
              </a:extLst>
            </p:cNvPr>
            <p:cNvSpPr/>
            <p:nvPr/>
          </p:nvSpPr>
          <p:spPr>
            <a:xfrm>
              <a:off x="6741274" y="1423561"/>
              <a:ext cx="1001950" cy="6614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7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508D512-40F8-9ECC-F339-1EE162BE3ADD}"/>
              </a:ext>
            </a:extLst>
          </p:cNvPr>
          <p:cNvSpPr txBox="1"/>
          <p:nvPr/>
        </p:nvSpPr>
        <p:spPr>
          <a:xfrm>
            <a:off x="561097" y="1561274"/>
            <a:ext cx="2473938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Dataset</a:t>
            </a:r>
            <a:endParaRPr lang="nl-NL" dirty="0" err="1">
              <a:solidFill>
                <a:schemeClr val="tx2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A64A78C-A993-ADFB-7379-CF46FE587C94}"/>
              </a:ext>
            </a:extLst>
          </p:cNvPr>
          <p:cNvGrpSpPr/>
          <p:nvPr/>
        </p:nvGrpSpPr>
        <p:grpSpPr>
          <a:xfrm>
            <a:off x="2149812" y="2558453"/>
            <a:ext cx="9017550" cy="661485"/>
            <a:chOff x="729574" y="1423560"/>
            <a:chExt cx="9017550" cy="6614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5AF1694-13FD-016D-B735-143D3C64BB93}"/>
                </a:ext>
              </a:extLst>
            </p:cNvPr>
            <p:cNvSpPr/>
            <p:nvPr/>
          </p:nvSpPr>
          <p:spPr>
            <a:xfrm>
              <a:off x="729574" y="1423564"/>
              <a:ext cx="1001950" cy="66148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3D899AF-2AA7-B03A-4165-828CC4BFE30B}"/>
                </a:ext>
              </a:extLst>
            </p:cNvPr>
            <p:cNvSpPr/>
            <p:nvPr/>
          </p:nvSpPr>
          <p:spPr>
            <a:xfrm>
              <a:off x="1731524" y="1423564"/>
              <a:ext cx="1001950" cy="66148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BC54D3C-40C8-34EA-6950-DE2FC70A5CAA}"/>
                </a:ext>
              </a:extLst>
            </p:cNvPr>
            <p:cNvSpPr/>
            <p:nvPr/>
          </p:nvSpPr>
          <p:spPr>
            <a:xfrm>
              <a:off x="2733474" y="1423564"/>
              <a:ext cx="1001950" cy="66148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926C30-F909-5533-7022-C57A5509E575}"/>
                </a:ext>
              </a:extLst>
            </p:cNvPr>
            <p:cNvSpPr/>
            <p:nvPr/>
          </p:nvSpPr>
          <p:spPr>
            <a:xfrm>
              <a:off x="3735424" y="1423563"/>
              <a:ext cx="1001950" cy="66148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D4AE7DB-86AC-0C1D-E519-7735F450A854}"/>
                </a:ext>
              </a:extLst>
            </p:cNvPr>
            <p:cNvSpPr/>
            <p:nvPr/>
          </p:nvSpPr>
          <p:spPr>
            <a:xfrm>
              <a:off x="4737374" y="1423562"/>
              <a:ext cx="1001950" cy="66148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4A4F0FE-ED08-B234-1490-4D540E6E4992}"/>
                </a:ext>
              </a:extLst>
            </p:cNvPr>
            <p:cNvSpPr/>
            <p:nvPr/>
          </p:nvSpPr>
          <p:spPr>
            <a:xfrm>
              <a:off x="7743224" y="1423560"/>
              <a:ext cx="1001950" cy="66148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3D025B2-B7F2-D631-B619-F55E450B0FBB}"/>
                </a:ext>
              </a:extLst>
            </p:cNvPr>
            <p:cNvSpPr/>
            <p:nvPr/>
          </p:nvSpPr>
          <p:spPr>
            <a:xfrm>
              <a:off x="8745174" y="1423561"/>
              <a:ext cx="1001950" cy="6614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7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BEF4984-3C9C-3FED-3484-583604574484}"/>
              </a:ext>
            </a:extLst>
          </p:cNvPr>
          <p:cNvSpPr txBox="1"/>
          <p:nvPr/>
        </p:nvSpPr>
        <p:spPr>
          <a:xfrm>
            <a:off x="677824" y="2696166"/>
            <a:ext cx="2473938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Training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775B7D-2894-4AEC-596B-13D699C691CE}"/>
              </a:ext>
            </a:extLst>
          </p:cNvPr>
          <p:cNvSpPr txBox="1"/>
          <p:nvPr/>
        </p:nvSpPr>
        <p:spPr>
          <a:xfrm>
            <a:off x="8038424" y="2696166"/>
            <a:ext cx="2473938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Testing</a:t>
            </a:r>
            <a:endParaRPr lang="nl-NL" dirty="0" err="1">
              <a:solidFill>
                <a:schemeClr val="tx2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5E2F593-8C6E-0C0F-05AA-2357AB868416}"/>
              </a:ext>
            </a:extLst>
          </p:cNvPr>
          <p:cNvGrpSpPr/>
          <p:nvPr/>
        </p:nvGrpSpPr>
        <p:grpSpPr>
          <a:xfrm>
            <a:off x="2148307" y="3398913"/>
            <a:ext cx="6675588" cy="661483"/>
            <a:chOff x="2148307" y="3217842"/>
            <a:chExt cx="6675588" cy="66148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3007E01-4729-DEF4-5D9F-79A6069571C3}"/>
                </a:ext>
              </a:extLst>
            </p:cNvPr>
            <p:cNvSpPr/>
            <p:nvPr/>
          </p:nvSpPr>
          <p:spPr>
            <a:xfrm>
              <a:off x="2148307" y="3217844"/>
              <a:ext cx="1001950" cy="66148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BEF25EF-2A98-A77B-4953-18DD5329131B}"/>
                </a:ext>
              </a:extLst>
            </p:cNvPr>
            <p:cNvSpPr/>
            <p:nvPr/>
          </p:nvSpPr>
          <p:spPr>
            <a:xfrm>
              <a:off x="3150257" y="3217844"/>
              <a:ext cx="1001950" cy="66148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1C4309-362B-55B4-002C-34F2851F3127}"/>
                </a:ext>
              </a:extLst>
            </p:cNvPr>
            <p:cNvSpPr/>
            <p:nvPr/>
          </p:nvSpPr>
          <p:spPr>
            <a:xfrm>
              <a:off x="4152207" y="3217844"/>
              <a:ext cx="1001950" cy="66148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C57B2F3-F2CA-25B7-6C89-334866E4585A}"/>
                </a:ext>
              </a:extLst>
            </p:cNvPr>
            <p:cNvSpPr/>
            <p:nvPr/>
          </p:nvSpPr>
          <p:spPr>
            <a:xfrm>
              <a:off x="5154157" y="3217843"/>
              <a:ext cx="1001950" cy="66148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FBE9B32-AB5E-F228-D009-F53955033F0A}"/>
                </a:ext>
              </a:extLst>
            </p:cNvPr>
            <p:cNvSpPr/>
            <p:nvPr/>
          </p:nvSpPr>
          <p:spPr>
            <a:xfrm>
              <a:off x="7821945" y="3217842"/>
              <a:ext cx="1001950" cy="66148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F150091-60F1-AB25-C1DE-DC21C0629992}"/>
              </a:ext>
            </a:extLst>
          </p:cNvPr>
          <p:cNvGrpSpPr/>
          <p:nvPr/>
        </p:nvGrpSpPr>
        <p:grpSpPr>
          <a:xfrm>
            <a:off x="2148306" y="4259000"/>
            <a:ext cx="6675589" cy="661484"/>
            <a:chOff x="2148306" y="4168460"/>
            <a:chExt cx="6675589" cy="661484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8FC72CE-C64C-F933-A089-DF6F2956B1F8}"/>
                </a:ext>
              </a:extLst>
            </p:cNvPr>
            <p:cNvSpPr/>
            <p:nvPr/>
          </p:nvSpPr>
          <p:spPr>
            <a:xfrm>
              <a:off x="2148306" y="4168463"/>
              <a:ext cx="1001950" cy="66148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E6002CE-823A-6FE7-A17B-A0FFDAEA5E44}"/>
                </a:ext>
              </a:extLst>
            </p:cNvPr>
            <p:cNvSpPr/>
            <p:nvPr/>
          </p:nvSpPr>
          <p:spPr>
            <a:xfrm>
              <a:off x="3150256" y="4168463"/>
              <a:ext cx="1001950" cy="66148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4143927-3144-EF5B-ADFE-1B8F07B4C06E}"/>
                </a:ext>
              </a:extLst>
            </p:cNvPr>
            <p:cNvSpPr/>
            <p:nvPr/>
          </p:nvSpPr>
          <p:spPr>
            <a:xfrm>
              <a:off x="4152206" y="4168463"/>
              <a:ext cx="1001950" cy="66148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2E0D9B3-2FC5-0671-1657-41A9010DF915}"/>
                </a:ext>
              </a:extLst>
            </p:cNvPr>
            <p:cNvSpPr/>
            <p:nvPr/>
          </p:nvSpPr>
          <p:spPr>
            <a:xfrm>
              <a:off x="7821945" y="4168460"/>
              <a:ext cx="1001950" cy="66148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CDA9D07-9569-0F10-32A3-C2A5C53C86FA}"/>
                </a:ext>
              </a:extLst>
            </p:cNvPr>
            <p:cNvSpPr/>
            <p:nvPr/>
          </p:nvSpPr>
          <p:spPr>
            <a:xfrm>
              <a:off x="6156106" y="4168461"/>
              <a:ext cx="1001950" cy="66148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8FEB873-A132-3FB1-EC23-0064C8094A4F}"/>
              </a:ext>
            </a:extLst>
          </p:cNvPr>
          <p:cNvGrpSpPr/>
          <p:nvPr/>
        </p:nvGrpSpPr>
        <p:grpSpPr>
          <a:xfrm>
            <a:off x="2149200" y="5082856"/>
            <a:ext cx="6674695" cy="661483"/>
            <a:chOff x="2302212" y="5046644"/>
            <a:chExt cx="6674695" cy="66148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42392FA-8C4D-B82D-8D17-0F8102AD0676}"/>
                </a:ext>
              </a:extLst>
            </p:cNvPr>
            <p:cNvSpPr/>
            <p:nvPr/>
          </p:nvSpPr>
          <p:spPr>
            <a:xfrm>
              <a:off x="2302212" y="5046646"/>
              <a:ext cx="1001950" cy="66148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3A41C3D-29D9-8597-5221-4CF40DCEC40E}"/>
                </a:ext>
              </a:extLst>
            </p:cNvPr>
            <p:cNvSpPr/>
            <p:nvPr/>
          </p:nvSpPr>
          <p:spPr>
            <a:xfrm>
              <a:off x="3304162" y="5046646"/>
              <a:ext cx="1001950" cy="66148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4E2325-BAF5-54ED-D277-4A5E8193CFC9}"/>
                </a:ext>
              </a:extLst>
            </p:cNvPr>
            <p:cNvSpPr/>
            <p:nvPr/>
          </p:nvSpPr>
          <p:spPr>
            <a:xfrm>
              <a:off x="7974957" y="5046644"/>
              <a:ext cx="1001950" cy="66148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AC019F8-BDB3-1F6A-EAE6-615DECE081BA}"/>
                </a:ext>
              </a:extLst>
            </p:cNvPr>
            <p:cNvSpPr/>
            <p:nvPr/>
          </p:nvSpPr>
          <p:spPr>
            <a:xfrm>
              <a:off x="5308062" y="5046645"/>
              <a:ext cx="1001950" cy="66148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67BEB49-AAB0-2171-34EF-B824B89F30D4}"/>
                </a:ext>
              </a:extLst>
            </p:cNvPr>
            <p:cNvSpPr/>
            <p:nvPr/>
          </p:nvSpPr>
          <p:spPr>
            <a:xfrm>
              <a:off x="6310012" y="5046644"/>
              <a:ext cx="1001950" cy="66148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  <a:endParaRPr lang="nl-NL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7D43371-8807-4140-2E1B-AAC7AB6946D7}"/>
              </a:ext>
            </a:extLst>
          </p:cNvPr>
          <p:cNvSpPr txBox="1"/>
          <p:nvPr/>
        </p:nvSpPr>
        <p:spPr>
          <a:xfrm>
            <a:off x="677824" y="3429000"/>
            <a:ext cx="1368259" cy="940051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5-Fold cross validation</a:t>
            </a:r>
            <a:endParaRPr lang="nl-NL" dirty="0" err="1">
              <a:solidFill>
                <a:schemeClr val="tx2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AE33F35-6C2E-3D51-5B23-C67E28AB5C2E}"/>
              </a:ext>
            </a:extLst>
          </p:cNvPr>
          <p:cNvCxnSpPr/>
          <p:nvPr/>
        </p:nvCxnSpPr>
        <p:spPr>
          <a:xfrm>
            <a:off x="7451002" y="3398913"/>
            <a:ext cx="0" cy="2345424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2B8EA76-87DC-CEA3-D0F3-68D75B433FFB}"/>
              </a:ext>
            </a:extLst>
          </p:cNvPr>
          <p:cNvSpPr txBox="1"/>
          <p:nvPr/>
        </p:nvSpPr>
        <p:spPr>
          <a:xfrm>
            <a:off x="7821945" y="5744337"/>
            <a:ext cx="1001950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…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2EDDB0-46EA-628D-AA70-94B02B852B5F}"/>
              </a:ext>
            </a:extLst>
          </p:cNvPr>
          <p:cNvSpPr txBox="1"/>
          <p:nvPr/>
        </p:nvSpPr>
        <p:spPr>
          <a:xfrm>
            <a:off x="6156106" y="5766519"/>
            <a:ext cx="1001950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…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C68F6-D5EE-140F-046C-F60AD32E0109}"/>
              </a:ext>
            </a:extLst>
          </p:cNvPr>
          <p:cNvSpPr txBox="1"/>
          <p:nvPr/>
        </p:nvSpPr>
        <p:spPr>
          <a:xfrm>
            <a:off x="5172002" y="5766518"/>
            <a:ext cx="1001950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…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75B199-B1BE-98BC-C6AB-E4852DDDE61F}"/>
              </a:ext>
            </a:extLst>
          </p:cNvPr>
          <p:cNvSpPr txBox="1"/>
          <p:nvPr/>
        </p:nvSpPr>
        <p:spPr>
          <a:xfrm>
            <a:off x="3168102" y="5744337"/>
            <a:ext cx="1001950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…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98131-7BDA-B1CB-92C0-0950D9EFE17C}"/>
              </a:ext>
            </a:extLst>
          </p:cNvPr>
          <p:cNvSpPr txBox="1"/>
          <p:nvPr/>
        </p:nvSpPr>
        <p:spPr>
          <a:xfrm>
            <a:off x="2148306" y="5744337"/>
            <a:ext cx="1001950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…</a:t>
            </a:r>
            <a:endParaRPr lang="nl-NL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03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785AE-80FD-D30A-F5B8-D8A6CA17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TSF performs best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582C3-771C-8016-5DD0-603EA811A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804EA-45A3-290D-B525-2356963C25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8</a:t>
            </a:fld>
            <a:endParaRPr lang="en-GB" sz="900" noProof="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709AD5-63A6-8DAD-E7C8-C0A12324C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103305"/>
              </p:ext>
            </p:extLst>
          </p:nvPr>
        </p:nvGraphicFramePr>
        <p:xfrm>
          <a:off x="415177" y="1847145"/>
          <a:ext cx="5736058" cy="28258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6039">
                  <a:extLst>
                    <a:ext uri="{9D8B030D-6E8A-4147-A177-3AD203B41FA5}">
                      <a16:colId xmlns:a16="http://schemas.microsoft.com/office/drawing/2014/main" val="712920116"/>
                    </a:ext>
                  </a:extLst>
                </a:gridCol>
                <a:gridCol w="943676">
                  <a:extLst>
                    <a:ext uri="{9D8B030D-6E8A-4147-A177-3AD203B41FA5}">
                      <a16:colId xmlns:a16="http://schemas.microsoft.com/office/drawing/2014/main" val="579228005"/>
                    </a:ext>
                  </a:extLst>
                </a:gridCol>
                <a:gridCol w="1031984">
                  <a:extLst>
                    <a:ext uri="{9D8B030D-6E8A-4147-A177-3AD203B41FA5}">
                      <a16:colId xmlns:a16="http://schemas.microsoft.com/office/drawing/2014/main" val="3043496013"/>
                    </a:ext>
                  </a:extLst>
                </a:gridCol>
                <a:gridCol w="1472297">
                  <a:extLst>
                    <a:ext uri="{9D8B030D-6E8A-4147-A177-3AD203B41FA5}">
                      <a16:colId xmlns:a16="http://schemas.microsoft.com/office/drawing/2014/main" val="1440023170"/>
                    </a:ext>
                  </a:extLst>
                </a:gridCol>
                <a:gridCol w="1142062">
                  <a:extLst>
                    <a:ext uri="{9D8B030D-6E8A-4147-A177-3AD203B41FA5}">
                      <a16:colId xmlns:a16="http://schemas.microsoft.com/office/drawing/2014/main" val="571577691"/>
                    </a:ext>
                  </a:extLst>
                </a:gridCol>
              </a:tblGrid>
              <a:tr h="521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Model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AUC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Brier loss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Accuracy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F1-macro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8374305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KNN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0.673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0.100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0.83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0.59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7999865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EE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0.623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0.115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0.86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0.57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111603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TSF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0.782</a:t>
                      </a:r>
                      <a:endParaRPr lang="nl-NL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0.075</a:t>
                      </a:r>
                      <a:endParaRPr lang="nl-NL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0.88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0.67</a:t>
                      </a:r>
                      <a:endParaRPr lang="nl-NL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2550965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LS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0.680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0.086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0.90</a:t>
                      </a:r>
                      <a:endParaRPr lang="nl-NL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0.56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9562962"/>
                  </a:ext>
                </a:extLst>
              </a:tr>
              <a:tr h="521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BOP + RF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0.543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0.097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0.79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0.53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1099216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BOSS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0.667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0.089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0.77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0.56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2689869"/>
                  </a:ext>
                </a:extLst>
              </a:tr>
              <a:tr h="521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HIVE-COTE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0.775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0.077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0.87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0.64</a:t>
                      </a:r>
                      <a:endParaRPr lang="nl-N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7091071"/>
                  </a:ext>
                </a:extLst>
              </a:tr>
            </a:tbl>
          </a:graphicData>
        </a:graphic>
      </p:graphicFrame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2BB021B3-8B96-3298-6716-1182F7E0B8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0"/>
          <a:stretch>
            <a:fillRect/>
          </a:stretch>
        </p:blipFill>
        <p:spPr>
          <a:xfrm>
            <a:off x="6268489" y="1847145"/>
            <a:ext cx="5736058" cy="38029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101A32D-F204-D10D-1EF3-BFD5C4BDE434}"/>
              </a:ext>
            </a:extLst>
          </p:cNvPr>
          <p:cNvSpPr/>
          <p:nvPr/>
        </p:nvSpPr>
        <p:spPr>
          <a:xfrm>
            <a:off x="8483097" y="4925085"/>
            <a:ext cx="334978" cy="181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 err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3C382-B161-B55A-A6AD-E67BE4EB247B}"/>
              </a:ext>
            </a:extLst>
          </p:cNvPr>
          <p:cNvSpPr txBox="1"/>
          <p:nvPr/>
        </p:nvSpPr>
        <p:spPr>
          <a:xfrm>
            <a:off x="8437828" y="4925085"/>
            <a:ext cx="497940" cy="262943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sz="1000" dirty="0"/>
              <a:t>TSF</a:t>
            </a:r>
            <a:endParaRPr lang="nl-NL" sz="1000" dirty="0" err="1"/>
          </a:p>
        </p:txBody>
      </p:sp>
    </p:spTree>
    <p:extLst>
      <p:ext uri="{BB962C8B-B14F-4D97-AF65-F5344CB8AC3E}">
        <p14:creationId xmlns:p14="http://schemas.microsoft.com/office/powerpoint/2010/main" val="3077122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07400-3E0B-BCBD-06D9-447C744C7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importance based on TSF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B2CD1-6B84-F6D4-977D-38A92E9F3AC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6AE26-1264-848E-201C-B9F3B9E778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F1A44-988D-7B9A-A963-4D8086FFF1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9</a:t>
            </a:fld>
            <a:endParaRPr lang="en-GB" sz="900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52EF64-2CB3-D75D-DEBE-446CA9A06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1" y="1400807"/>
            <a:ext cx="6392633" cy="44761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E11D7A-6970-7A26-A322-EA0FAE57625C}"/>
              </a:ext>
            </a:extLst>
          </p:cNvPr>
          <p:cNvSpPr txBox="1"/>
          <p:nvPr/>
        </p:nvSpPr>
        <p:spPr>
          <a:xfrm>
            <a:off x="6096000" y="1400807"/>
            <a:ext cx="4311499" cy="1217050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b="1" dirty="0">
                <a:solidFill>
                  <a:schemeClr val="tx2"/>
                </a:solidFill>
              </a:rPr>
              <a:t>Key takeaway: </a:t>
            </a:r>
            <a:r>
              <a:rPr lang="en-US" dirty="0">
                <a:solidFill>
                  <a:schemeClr val="tx2"/>
                </a:solidFill>
              </a:rPr>
              <a:t>Overall mean of the interval is most informative. Near peak production slope of interval is most important.</a:t>
            </a:r>
            <a:endParaRPr lang="nl-NL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66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AAD1-CE76-FAEC-9E4F-92426159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D6DDF-0CA4-DFE2-0EE1-B4079036DC96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00F56-53CA-7585-0E59-34E1E3F0FF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Time-Series Forest Classifier outperforms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Univariate</a:t>
            </a:r>
            <a:r>
              <a:rPr lang="nl-NL" dirty="0"/>
              <a:t> </a:t>
            </a:r>
            <a:r>
              <a:rPr lang="nl-NL" dirty="0" err="1"/>
              <a:t>prediction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daily</a:t>
            </a:r>
            <a:r>
              <a:rPr lang="nl-NL" dirty="0"/>
              <a:t> </a:t>
            </a:r>
            <a:r>
              <a:rPr lang="nl-NL" dirty="0" err="1"/>
              <a:t>milk</a:t>
            </a:r>
            <a:r>
              <a:rPr lang="nl-NL" dirty="0"/>
              <a:t> </a:t>
            </a:r>
            <a:r>
              <a:rPr lang="nl-NL" dirty="0" err="1"/>
              <a:t>already</a:t>
            </a:r>
            <a:r>
              <a:rPr lang="nl-NL"/>
              <a:t> </a:t>
            </a:r>
            <a:r>
              <a:rPr lang="nl-NL" dirty="0" err="1"/>
              <a:t>yields</a:t>
            </a:r>
            <a:r>
              <a:rPr lang="nl-NL" dirty="0"/>
              <a:t> </a:t>
            </a: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dirty="0" err="1"/>
              <a:t>discrimination</a:t>
            </a:r>
            <a:r>
              <a:rPr lang="nl-NL" dirty="0"/>
              <a:t> (AUC 0.78)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92B84-7A3E-124C-EA0A-AA7B1AA93DF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10</a:t>
            </a:fld>
            <a:endParaRPr lang="en-GB" sz="900" noProof="0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EDC9898-0400-F116-7050-A78BE41E7D0E}"/>
              </a:ext>
            </a:extLst>
          </p:cNvPr>
          <p:cNvSpPr/>
          <p:nvPr/>
        </p:nvSpPr>
        <p:spPr>
          <a:xfrm>
            <a:off x="5469913" y="2813523"/>
            <a:ext cx="938784" cy="938784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 err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6DCC4-BEB0-2981-DE8B-82A3BD3CDC11}"/>
              </a:ext>
            </a:extLst>
          </p:cNvPr>
          <p:cNvSpPr txBox="1"/>
          <p:nvPr/>
        </p:nvSpPr>
        <p:spPr>
          <a:xfrm>
            <a:off x="415177" y="3862035"/>
            <a:ext cx="10753344" cy="940051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Extend the TSF by adding more features: </a:t>
            </a:r>
            <a:r>
              <a:rPr lang="en-US" dirty="0" err="1">
                <a:solidFill>
                  <a:schemeClr val="tx2"/>
                </a:solidFill>
              </a:rPr>
              <a:t>LnVar</a:t>
            </a:r>
            <a:r>
              <a:rPr lang="en-US" dirty="0">
                <a:solidFill>
                  <a:schemeClr val="tx2"/>
                </a:solidFill>
              </a:rPr>
              <a:t>, Autocorrelation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Multivariate approach with added: parity, milking duration and milking interval.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nl-NL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50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41B648-D2C6-A383-81E3-C37624DE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77" y="285704"/>
            <a:ext cx="5369985" cy="1152000"/>
          </a:xfrm>
        </p:spPr>
        <p:txBody>
          <a:bodyPr/>
          <a:lstStyle/>
          <a:p>
            <a:r>
              <a:rPr lang="en-GB" noProof="0" dirty="0"/>
              <a:t>Questions?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AE477172-8043-8950-39F6-A3342A4BF7A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500" b="12500"/>
          <a:stretch>
            <a:fillRect/>
          </a:stretch>
        </p:blipFill>
        <p:spPr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</p:pic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4A924F1B-E437-BC60-5A09-298484AF59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63728" y="6251937"/>
            <a:ext cx="614203" cy="252000"/>
          </a:xfrm>
        </p:spPr>
        <p:txBody>
          <a:bodyPr/>
          <a:lstStyle/>
          <a:p>
            <a:fld id="{AE20DBFA-6607-4B84-AA0E-8FB85D9E5404}" type="slidenum">
              <a:rPr lang="en-GB" noProof="0" smtClean="0"/>
              <a:pPr/>
              <a:t>11</a:t>
            </a:fld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13ADAD-D8E5-B39A-5F2E-F951C76A7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84" y="1140737"/>
            <a:ext cx="4313976" cy="4313976"/>
          </a:xfrm>
          <a:prstGeom prst="rect">
            <a:avLst/>
          </a:prstGeom>
        </p:spPr>
      </p:pic>
      <p:pic>
        <p:nvPicPr>
          <p:cNvPr id="5" name="Picture 18">
            <a:extLst>
              <a:ext uri="{FF2B5EF4-FFF2-40B4-BE49-F238E27FC236}">
                <a16:creationId xmlns:a16="http://schemas.microsoft.com/office/drawing/2014/main" id="{E82E1F08-3DB0-F14A-4566-93B23A879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996" y="5605690"/>
            <a:ext cx="1766887" cy="41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79A2FA-F9F8-F417-4780-8C2BD8563F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6064" y="5521675"/>
            <a:ext cx="988693" cy="4943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C441A0-4C5D-35DF-2FC5-8840A4099C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012" y="5526088"/>
            <a:ext cx="810202" cy="520844"/>
          </a:xfrm>
          <a:prstGeom prst="rect">
            <a:avLst/>
          </a:prstGeom>
        </p:spPr>
      </p:pic>
      <p:pic>
        <p:nvPicPr>
          <p:cNvPr id="12" name="Picture 2" descr="Home - ForFarmers Nederland">
            <a:extLst>
              <a:ext uri="{FF2B5EF4-FFF2-40B4-BE49-F238E27FC236}">
                <a16:creationId xmlns:a16="http://schemas.microsoft.com/office/drawing/2014/main" id="{7CD7AA73-33DE-8100-FC1D-1159A6FBF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280" y="5499433"/>
            <a:ext cx="1151513" cy="520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30DF8E-FF59-EA4A-772D-61E15FA55B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15" y="5374255"/>
            <a:ext cx="1995010" cy="64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65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7F7C-6E16-760B-376C-AE72F1CC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is important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81D01-537F-031A-B9A8-09C8DDD38A06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E60D2-6D70-50E3-5602-134D250DA4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3EDDD-76EF-AFDB-BB01-06D3A4BAE27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E20DBFA-6607-4B84-AA0E-8FB85D9E5404}" type="slidenum">
              <a:rPr lang="en-GB" noProof="0" smtClean="0"/>
              <a:pPr/>
              <a:t>12</a:t>
            </a:fld>
            <a:endParaRPr lang="en-GB" sz="900" noProof="0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90286A62-BB89-453C-93FC-0B718C08D1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3" y="1738267"/>
            <a:ext cx="11912578" cy="31789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873562-79D5-9475-4342-4C47F84ED52C}"/>
              </a:ext>
            </a:extLst>
          </p:cNvPr>
          <p:cNvSpPr/>
          <p:nvPr/>
        </p:nvSpPr>
        <p:spPr>
          <a:xfrm>
            <a:off x="642796" y="1738267"/>
            <a:ext cx="10655929" cy="262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 err="1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1B8FCB-A20B-E666-D990-7249BC39DF5E}"/>
              </a:ext>
            </a:extLst>
          </p:cNvPr>
          <p:cNvSpPr txBox="1"/>
          <p:nvPr/>
        </p:nvSpPr>
        <p:spPr>
          <a:xfrm>
            <a:off x="543208" y="1680261"/>
            <a:ext cx="3096285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Input data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D508A-D4A9-153B-866B-01BF44AE371C}"/>
              </a:ext>
            </a:extLst>
          </p:cNvPr>
          <p:cNvSpPr txBox="1"/>
          <p:nvPr/>
        </p:nvSpPr>
        <p:spPr>
          <a:xfrm>
            <a:off x="4372823" y="1680261"/>
            <a:ext cx="3096285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False Positive cases</a:t>
            </a:r>
            <a:endParaRPr lang="nl-NL" dirty="0" err="1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716C33-2EA9-9F8E-DF9E-409CF461BA39}"/>
              </a:ext>
            </a:extLst>
          </p:cNvPr>
          <p:cNvSpPr txBox="1"/>
          <p:nvPr/>
        </p:nvSpPr>
        <p:spPr>
          <a:xfrm>
            <a:off x="8233700" y="1680261"/>
            <a:ext cx="3096285" cy="386054"/>
          </a:xfrm>
          <a:prstGeom prst="rect">
            <a:avLst/>
          </a:prstGeom>
          <a:noFill/>
        </p:spPr>
        <p:txBody>
          <a:bodyPr wrap="square" lIns="108000" tIns="36000" rIns="108000" bIns="72000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False Negative cases</a:t>
            </a:r>
            <a:endParaRPr lang="nl-NL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097885"/>
      </p:ext>
    </p:extLst>
  </p:cSld>
  <p:clrMapOvr>
    <a:masterClrMapping/>
  </p:clrMapOvr>
</p:sld>
</file>

<file path=ppt/theme/theme1.xml><?xml version="1.0" encoding="utf-8"?>
<a:theme xmlns:a="http://schemas.openxmlformats.org/drawingml/2006/main" name="WUR template 2026">
  <a:themeElements>
    <a:clrScheme name="WUR 2025">
      <a:dk1>
        <a:srgbClr val="000000"/>
      </a:dk1>
      <a:lt1>
        <a:srgbClr val="FFFFFF"/>
      </a:lt1>
      <a:dk2>
        <a:srgbClr val="002B47"/>
      </a:dk2>
      <a:lt2>
        <a:srgbClr val="FBF6E5"/>
      </a:lt2>
      <a:accent1>
        <a:srgbClr val="004D00"/>
      </a:accent1>
      <a:accent2>
        <a:srgbClr val="97C600"/>
      </a:accent2>
      <a:accent3>
        <a:srgbClr val="88C9E4"/>
      </a:accent3>
      <a:accent4>
        <a:srgbClr val="F47C00"/>
      </a:accent4>
      <a:accent5>
        <a:srgbClr val="002B47"/>
      </a:accent5>
      <a:accent6>
        <a:srgbClr val="EECF00"/>
      </a:accent6>
      <a:hlink>
        <a:srgbClr val="002B47"/>
      </a:hlink>
      <a:folHlink>
        <a:srgbClr val="002B47"/>
      </a:folHlink>
    </a:clrScheme>
    <a:fontScheme name="WUR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72000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WUR 1">
      <a:srgbClr val="FBF6E5"/>
    </a:custClr>
    <a:custClr name="WUR 2">
      <a:srgbClr val="97C600"/>
    </a:custClr>
    <a:custClr name="WUR 3">
      <a:srgbClr val="004D00"/>
    </a:custClr>
    <a:custClr name="WUR 4">
      <a:srgbClr val="002B47"/>
    </a:custClr>
    <a:custClr name="WUR 5">
      <a:srgbClr val="008A00"/>
    </a:custClr>
    <a:custClr name="WUR 6">
      <a:srgbClr val="F47C00"/>
    </a:custClr>
    <a:custClr name="WUR 7">
      <a:srgbClr val="EECF00"/>
    </a:custClr>
    <a:custClr name="WUR 8">
      <a:srgbClr val="88C9E4"/>
    </a:custClr>
    <a:custClr name="WUR 9">
      <a:srgbClr val="661118"/>
    </a:custClr>
    <a:custClr name="WUR 10">
      <a:srgbClr val="FFAAAE"/>
    </a:custClr>
  </a:custClrLst>
  <a:extLst>
    <a:ext uri="{05A4C25C-085E-4340-85A3-A5531E510DB2}">
      <thm15:themeFamily xmlns:thm15="http://schemas.microsoft.com/office/thememl/2012/main" name="WHUKW 2026.potx" id="{C0523BC4-92EC-4D71-AB85-58984AEFFF09}" vid="{32A8B54E-A010-452A-B41C-0A7B34864B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WHUKW</Template>
  <TotalTime>6308</TotalTime>
  <Words>468</Words>
  <Application>Microsoft Office PowerPoint</Application>
  <PresentationFormat>Widescreen</PresentationFormat>
  <Paragraphs>189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Verdana</vt:lpstr>
      <vt:lpstr>WUR template 2026</vt:lpstr>
      <vt:lpstr>Comparative Machine Learning for predicting late-lactation milk yield in dairy cows</vt:lpstr>
      <vt:lpstr>PowerPoint Presentation</vt:lpstr>
      <vt:lpstr>Why?</vt:lpstr>
      <vt:lpstr>Research question</vt:lpstr>
      <vt:lpstr>Why time-series classification?</vt:lpstr>
      <vt:lpstr>Dataset</vt:lpstr>
      <vt:lpstr>Study design</vt:lpstr>
      <vt:lpstr>TSF performs best</vt:lpstr>
      <vt:lpstr>Temporal importance based on TSF</vt:lpstr>
      <vt:lpstr>Conclusion</vt:lpstr>
      <vt:lpstr>Questions?</vt:lpstr>
      <vt:lpstr>Parity is important</vt:lpstr>
    </vt:vector>
  </TitlesOfParts>
  <Company>Wageningen University &amp;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Aarts, Jan</dc:creator>
  <cp:lastModifiedBy>Aarts, Jan</cp:lastModifiedBy>
  <cp:revision>30</cp:revision>
  <dcterms:created xsi:type="dcterms:W3CDTF">2026-09-01T08:35:45Z</dcterms:created>
  <dcterms:modified xsi:type="dcterms:W3CDTF">2026-09-12T10:26:43Z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_Template">
    <vt:lpwstr>WHUKW</vt:lpwstr>
  </property>
</Properties>
</file>