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omments/modernComment_1B0_4062FC4D.xml" ContentType="application/vnd.ms-powerpoint.comment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397" r:id="rId2"/>
    <p:sldId id="416" r:id="rId3"/>
    <p:sldId id="417" r:id="rId4"/>
    <p:sldId id="431" r:id="rId5"/>
    <p:sldId id="427" r:id="rId6"/>
    <p:sldId id="432" r:id="rId7"/>
    <p:sldId id="420" r:id="rId8"/>
    <p:sldId id="419" r:id="rId9"/>
    <p:sldId id="426" r:id="rId10"/>
    <p:sldId id="430" r:id="rId11"/>
    <p:sldId id="423" r:id="rId12"/>
    <p:sldId id="425" r:id="rId13"/>
    <p:sldId id="424" r:id="rId14"/>
    <p:sldId id="429" r:id="rId15"/>
    <p:sldId id="408" r:id="rId16"/>
  </p:sldIdLst>
  <p:sldSz cx="9144000" cy="5143500" type="screen16x9"/>
  <p:notesSz cx="6858000" cy="9144000"/>
  <p:defaultTextStyle>
    <a:defPPr>
      <a:defRPr lang="nl-NL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928">
          <p15:clr>
            <a:srgbClr val="A4A3A4"/>
          </p15:clr>
        </p15:guide>
        <p15:guide id="2" orient="horz" pos="106">
          <p15:clr>
            <a:srgbClr val="A4A3A4"/>
          </p15:clr>
        </p15:guide>
        <p15:guide id="3" orient="horz" pos="2811">
          <p15:clr>
            <a:srgbClr val="A4A3A4"/>
          </p15:clr>
        </p15:guide>
        <p15:guide id="4" pos="391">
          <p15:clr>
            <a:srgbClr val="A4A3A4"/>
          </p15:clr>
        </p15:guide>
        <p15:guide id="5" pos="5602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366B02E0-A6AE-5DFC-1FD3-210BB8A85A71}" name="Youssef, Ali" initials="YA" userId="Youssef, Ali" providerId="Non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245FA"/>
    <a:srgbClr val="3F9C35"/>
    <a:srgbClr val="292929"/>
    <a:srgbClr val="FFFFFF"/>
    <a:srgbClr val="34B233"/>
    <a:srgbClr val="000000"/>
    <a:srgbClr val="D5D2CA"/>
    <a:srgbClr val="005172"/>
    <a:srgbClr val="6AAD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8034E78-7F5D-4C2E-B375-FC64B27BC917}">
  <a:tblStyle styleId="{5C22544A-7EE6-4342-B048-85BDC9FD1C3A}" styleName="Stijl, gemiddeld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Stijl, gemiddeld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Stijl, gemiddeld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Stijl, gemiddeld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38B1855-1B75-4FBE-930C-398BA8C253C6}" styleName="Stijl, thema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E8034E78-7F5D-4C2E-B375-FC64B27BC917}" styleName="Stijl, donker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F5AB1C69-6EDB-4FF4-983F-18BD219EF322}" styleName="Stijl, gemiddeld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202B0CA-FC54-4496-8BCA-5EF66A818D29}" styleName="Stijl, donker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18603FDC-E32A-4AB5-989C-0864C3EAD2B8}" styleName="Stijl, thema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EB344D84-9AFB-497E-A393-DC336BA19D2E}" styleName="Stijl, gemiddeld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85BE263C-DBD7-4A20-BB59-AAB30ACAA65A}" styleName="Stijl, gemiddeld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6E25E649-3F16-4E02-A733-19D2CDBF48F0}" styleName="Stijl, gemiddeld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Stijl, gemiddeld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B9631B5-78F2-41C9-869B-9F39066F8104}" styleName="Stijl, gemiddeld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4C1A8A3-306A-4EB7-A6B1-4F7E0EB9C5D6}" styleName="Stijl, gemiddeld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A488322-F2BA-4B5B-9748-0D474271808F}" styleName="Stijl, gemiddeld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A107856-5554-42FB-B03E-39F5DBC370BA}" styleName="Stijl, gemiddeld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7E9639D4-E3E2-4D34-9284-5A2195B3D0D7}" styleName="Stijl, lich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681" autoAdjust="0"/>
    <p:restoredTop sz="78143" autoAdjust="0"/>
  </p:normalViewPr>
  <p:slideViewPr>
    <p:cSldViewPr snapToGrid="0" showGuides="1">
      <p:cViewPr varScale="1">
        <p:scale>
          <a:sx n="85" d="100"/>
          <a:sy n="85" d="100"/>
        </p:scale>
        <p:origin x="1421" y="58"/>
      </p:cViewPr>
      <p:guideLst>
        <p:guide orient="horz" pos="928"/>
        <p:guide orient="horz" pos="106"/>
        <p:guide orient="horz" pos="2811"/>
        <p:guide pos="391"/>
        <p:guide pos="5602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8/10/relationships/authors" Target="authors.xml"/></Relationships>
</file>

<file path=ppt/comments/modernComment_1B0_4062FC4D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BEBB14BC-3658-40F4-B307-255B85D50DD1}" authorId="{366B02E0-A6AE-5DFC-1FD3-210BB8A85A71}" created="2024-09-08T09:46:20.751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3579212843" sldId="420"/>
      <ac:grpSpMk id="7" creationId="{A37F2496-6EB3-D03D-8244-A8E8095D6F4B}"/>
    </ac:deMkLst>
    <p188:txBody>
      <a:bodyPr/>
      <a:lstStyle/>
      <a:p>
        <a:r>
          <a:rPr lang="en-GB"/>
          <a:t>Did we use teh treadmill?
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EFC83C-B988-4A9E-9713-F559C31F4362}" type="datetimeFigureOut">
              <a:rPr lang="nl-NL" smtClean="0"/>
              <a:t>12-9-2026</a:t>
            </a:fld>
            <a:endParaRPr lang="nl-NL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D45D2F-C69D-4D90-B22B-9B2DC58DBD55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4541219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D45D2F-C69D-4D90-B22B-9B2DC58DBD55}" type="slidenum">
              <a:rPr lang="nl-NL" smtClean="0"/>
              <a:t>1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95403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D45D2F-C69D-4D90-B22B-9B2DC58DBD55}" type="slidenum">
              <a:rPr lang="nl-NL" smtClean="0"/>
              <a:t>2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2766933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D45D2F-C69D-4D90-B22B-9B2DC58DBD55}" type="slidenum">
              <a:rPr lang="nl-NL" smtClean="0"/>
              <a:t>3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1872115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D45D2F-C69D-4D90-B22B-9B2DC58DBD55}" type="slidenum">
              <a:rPr lang="nl-NL" smtClean="0"/>
              <a:t>4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9967849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D45D2F-C69D-4D90-B22B-9B2DC58DBD55}" type="slidenum">
              <a:rPr lang="nl-NL" smtClean="0"/>
              <a:t>5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74831587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D45D2F-C69D-4D90-B22B-9B2DC58DBD55}" type="slidenum">
              <a:rPr lang="nl-NL" smtClean="0"/>
              <a:t>6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77880592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D45D2F-C69D-4D90-B22B-9B2DC58DBD55}" type="slidenum">
              <a:rPr lang="nl-NL" smtClean="0"/>
              <a:t>7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77880592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D45D2F-C69D-4D90-B22B-9B2DC58DBD55}" type="slidenum">
              <a:rPr lang="nl-NL" smtClean="0"/>
              <a:t>8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3518053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D45D2F-C69D-4D90-B22B-9B2DC58DBD55}" type="slidenum">
              <a:rPr lang="nl-NL" smtClean="0"/>
              <a:t>9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26708527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D45D2F-C69D-4D90-B22B-9B2DC58DBD55}" type="slidenum">
              <a:rPr lang="nl-NL" smtClean="0"/>
              <a:t>11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01208493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D45D2F-C69D-4D90-B22B-9B2DC58DBD55}" type="slidenum">
              <a:rPr lang="nl-NL" smtClean="0"/>
              <a:t>12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39624652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D45D2F-C69D-4D90-B22B-9B2DC58DBD55}" type="slidenum">
              <a:rPr lang="nl-NL" smtClean="0"/>
              <a:t>13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93010136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D45D2F-C69D-4D90-B22B-9B2DC58DBD55}" type="slidenum">
              <a:rPr lang="nl-NL" smtClean="0"/>
              <a:t>14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5703970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el 8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/>
              <a:t>Klik om de stijl te bewerken</a:t>
            </a:r>
            <a:endParaRPr lang="en-GB" dirty="0"/>
          </a:p>
        </p:txBody>
      </p:sp>
      <p:sp>
        <p:nvSpPr>
          <p:cNvPr id="14" name="Tijdelijke aanduiding voor afbeelding 24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467564" y="2120875"/>
            <a:ext cx="2340000" cy="23400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 sz="800"/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Klik</a:t>
            </a:r>
            <a:r>
              <a:rPr kumimoji="0" lang="en-GB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 op het pictogram </a:t>
            </a:r>
            <a:r>
              <a:rPr kumimoji="0" lang="en-GB" sz="800" b="0" i="0" u="none" strike="noStrike" kern="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als</a:t>
            </a:r>
            <a:r>
              <a:rPr kumimoji="0" lang="en-GB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 u </a:t>
            </a:r>
            <a:r>
              <a:rPr kumimoji="0" lang="en-GB" sz="800" b="0" i="0" u="none" strike="noStrike" kern="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een</a:t>
            </a:r>
            <a:r>
              <a:rPr kumimoji="0" lang="en-GB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 </a:t>
            </a:r>
            <a:r>
              <a:rPr kumimoji="0" lang="en-GB" sz="800" b="0" i="0" u="none" strike="noStrike" kern="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afbeelding</a:t>
            </a:r>
            <a:r>
              <a:rPr kumimoji="0" lang="en-GB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 wilt </a:t>
            </a:r>
            <a:r>
              <a:rPr kumimoji="0" lang="en-GB" sz="800" b="0" i="0" u="none" strike="noStrike" kern="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toevoegen</a:t>
            </a:r>
            <a:endParaRPr kumimoji="0" lang="en-GB" sz="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5" name="Tijdelijke aanduiding voor afbeelding 24"/>
          <p:cNvSpPr>
            <a:spLocks noGrp="1" noChangeAspect="1"/>
          </p:cNvSpPr>
          <p:nvPr>
            <p:ph type="pic" sz="quarter" idx="19"/>
          </p:nvPr>
        </p:nvSpPr>
        <p:spPr bwMode="auto">
          <a:xfrm>
            <a:off x="6553175" y="2120875"/>
            <a:ext cx="2340000" cy="23400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 sz="800"/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Klik</a:t>
            </a:r>
            <a:r>
              <a:rPr kumimoji="0" lang="en-GB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 op het pictogram </a:t>
            </a:r>
            <a:r>
              <a:rPr kumimoji="0" lang="en-GB" sz="800" b="0" i="0" u="none" strike="noStrike" kern="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als</a:t>
            </a:r>
            <a:r>
              <a:rPr kumimoji="0" lang="en-GB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 u </a:t>
            </a:r>
            <a:r>
              <a:rPr kumimoji="0" lang="en-GB" sz="800" b="0" i="0" u="none" strike="noStrike" kern="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een</a:t>
            </a:r>
            <a:r>
              <a:rPr kumimoji="0" lang="en-GB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 </a:t>
            </a:r>
            <a:r>
              <a:rPr kumimoji="0" lang="en-GB" sz="800" b="0" i="0" u="none" strike="noStrike" kern="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afbeelding</a:t>
            </a:r>
            <a:r>
              <a:rPr kumimoji="0" lang="en-GB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 wilt </a:t>
            </a:r>
            <a:r>
              <a:rPr kumimoji="0" lang="en-GB" sz="800" b="0" i="0" u="none" strike="noStrike" kern="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toevoegen</a:t>
            </a:r>
            <a:endParaRPr kumimoji="0" lang="en-GB" sz="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6" name="Tijdelijke aanduiding voor afbeelding 24"/>
          <p:cNvSpPr>
            <a:spLocks noGrp="1" noChangeAspect="1"/>
          </p:cNvSpPr>
          <p:nvPr>
            <p:ph type="pic" sz="quarter" idx="16"/>
          </p:nvPr>
        </p:nvSpPr>
        <p:spPr bwMode="auto">
          <a:xfrm>
            <a:off x="4959012" y="2120875"/>
            <a:ext cx="2340000" cy="23400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 sz="800"/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Klik</a:t>
            </a:r>
            <a:r>
              <a:rPr kumimoji="0" lang="en-GB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 op het pictogram </a:t>
            </a:r>
            <a:r>
              <a:rPr kumimoji="0" lang="en-GB" sz="800" b="0" i="0" u="none" strike="noStrike" kern="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als</a:t>
            </a:r>
            <a:r>
              <a:rPr kumimoji="0" lang="en-GB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 u </a:t>
            </a:r>
            <a:r>
              <a:rPr kumimoji="0" lang="en-GB" sz="800" b="0" i="0" u="none" strike="noStrike" kern="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een</a:t>
            </a:r>
            <a:r>
              <a:rPr kumimoji="0" lang="en-GB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 </a:t>
            </a:r>
            <a:r>
              <a:rPr kumimoji="0" lang="en-GB" sz="800" b="0" i="0" u="none" strike="noStrike" kern="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afbeelding</a:t>
            </a:r>
            <a:r>
              <a:rPr kumimoji="0" lang="en-GB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 wilt </a:t>
            </a:r>
            <a:r>
              <a:rPr kumimoji="0" lang="en-GB" sz="800" b="0" i="0" u="none" strike="noStrike" kern="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toevoegen</a:t>
            </a:r>
            <a:endParaRPr kumimoji="0" lang="en-GB" sz="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7" name="Tijdelijke aanduiding voor afbeelding 24"/>
          <p:cNvSpPr>
            <a:spLocks noGrp="1" noChangeAspect="1"/>
          </p:cNvSpPr>
          <p:nvPr>
            <p:ph type="pic" sz="quarter" idx="15"/>
          </p:nvPr>
        </p:nvSpPr>
        <p:spPr bwMode="auto">
          <a:xfrm>
            <a:off x="3364849" y="2120875"/>
            <a:ext cx="2340000" cy="23400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 sz="800"/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Klik</a:t>
            </a:r>
            <a:r>
              <a:rPr kumimoji="0" lang="en-GB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 op het pictogram </a:t>
            </a:r>
            <a:r>
              <a:rPr kumimoji="0" lang="en-GB" sz="800" b="0" i="0" u="none" strike="noStrike" kern="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als</a:t>
            </a:r>
            <a:r>
              <a:rPr kumimoji="0" lang="en-GB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 u </a:t>
            </a:r>
            <a:r>
              <a:rPr kumimoji="0" lang="en-GB" sz="800" b="0" i="0" u="none" strike="noStrike" kern="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een</a:t>
            </a:r>
            <a:r>
              <a:rPr kumimoji="0" lang="en-GB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 </a:t>
            </a:r>
            <a:r>
              <a:rPr kumimoji="0" lang="en-GB" sz="800" b="0" i="0" u="none" strike="noStrike" kern="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afbeelding</a:t>
            </a:r>
            <a:r>
              <a:rPr kumimoji="0" lang="en-GB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 wilt </a:t>
            </a:r>
            <a:r>
              <a:rPr kumimoji="0" lang="en-GB" sz="800" b="0" i="0" u="none" strike="noStrike" kern="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toevoegen</a:t>
            </a:r>
            <a:endParaRPr kumimoji="0" lang="en-GB" sz="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8" name="Tijdelijke aanduiding voor tekst 21"/>
          <p:cNvSpPr>
            <a:spLocks noGrp="1"/>
          </p:cNvSpPr>
          <p:nvPr>
            <p:ph type="body" sz="quarter" idx="20"/>
          </p:nvPr>
        </p:nvSpPr>
        <p:spPr>
          <a:xfrm>
            <a:off x="505856" y="1234871"/>
            <a:ext cx="8385731" cy="330620"/>
          </a:xfrm>
        </p:spPr>
        <p:txBody>
          <a:bodyPr/>
          <a:lstStyle>
            <a:lvl1pPr marL="0" indent="0">
              <a:lnSpc>
                <a:spcPts val="2000"/>
              </a:lnSpc>
              <a:buNone/>
              <a:defRPr sz="1600"/>
            </a:lvl1pPr>
            <a:lvl2pPr marL="696913" indent="0">
              <a:lnSpc>
                <a:spcPts val="2000"/>
              </a:lnSpc>
              <a:buNone/>
              <a:defRPr sz="1600"/>
            </a:lvl2pPr>
            <a:lvl3pPr marL="1560512" indent="0">
              <a:lnSpc>
                <a:spcPts val="2000"/>
              </a:lnSpc>
              <a:buNone/>
              <a:defRPr sz="1600"/>
            </a:lvl3pPr>
            <a:lvl4pPr marL="2332037" indent="0">
              <a:lnSpc>
                <a:spcPts val="2000"/>
              </a:lnSpc>
              <a:buNone/>
              <a:defRPr sz="1600"/>
            </a:lvl4pPr>
            <a:lvl5pPr marL="3052763" indent="0">
              <a:lnSpc>
                <a:spcPts val="2000"/>
              </a:lnSpc>
              <a:buNone/>
              <a:defRPr sz="1600"/>
            </a:lvl5pPr>
          </a:lstStyle>
          <a:p>
            <a:pPr lvl="0"/>
            <a:r>
              <a:rPr lang="en-GB" dirty="0" err="1"/>
              <a:t>Klik</a:t>
            </a:r>
            <a:r>
              <a:rPr lang="en-GB" dirty="0"/>
              <a:t> om de </a:t>
            </a:r>
            <a:r>
              <a:rPr lang="en-GB" dirty="0" err="1"/>
              <a:t>modelstijlen</a:t>
            </a:r>
            <a:r>
              <a:rPr lang="en-GB" dirty="0"/>
              <a:t> </a:t>
            </a:r>
            <a:r>
              <a:rPr lang="en-GB" dirty="0" err="1"/>
              <a:t>te</a:t>
            </a:r>
            <a:r>
              <a:rPr lang="en-GB" dirty="0"/>
              <a:t> </a:t>
            </a:r>
            <a:r>
              <a:rPr lang="en-GB" dirty="0" err="1"/>
              <a:t>bewerken</a:t>
            </a:r>
            <a:endParaRPr lang="en-GB" dirty="0"/>
          </a:p>
        </p:txBody>
      </p:sp>
      <p:sp>
        <p:nvSpPr>
          <p:cNvPr id="19" name="Tijdelijke aanduiding voor tekst 21"/>
          <p:cNvSpPr>
            <a:spLocks noGrp="1"/>
          </p:cNvSpPr>
          <p:nvPr>
            <p:ph type="body" sz="quarter" idx="21"/>
          </p:nvPr>
        </p:nvSpPr>
        <p:spPr>
          <a:xfrm>
            <a:off x="505856" y="1648186"/>
            <a:ext cx="8385731" cy="330620"/>
          </a:xfrm>
        </p:spPr>
        <p:txBody>
          <a:bodyPr/>
          <a:lstStyle>
            <a:lvl1pPr marL="0" indent="0">
              <a:lnSpc>
                <a:spcPts val="2000"/>
              </a:lnSpc>
              <a:buNone/>
              <a:defRPr sz="1600"/>
            </a:lvl1pPr>
            <a:lvl2pPr marL="696913" indent="0">
              <a:lnSpc>
                <a:spcPts val="2000"/>
              </a:lnSpc>
              <a:buNone/>
              <a:defRPr sz="1600"/>
            </a:lvl2pPr>
            <a:lvl3pPr marL="1560512" indent="0">
              <a:lnSpc>
                <a:spcPts val="2000"/>
              </a:lnSpc>
              <a:buNone/>
              <a:defRPr sz="1600"/>
            </a:lvl3pPr>
            <a:lvl4pPr marL="2332037" indent="0">
              <a:lnSpc>
                <a:spcPts val="2000"/>
              </a:lnSpc>
              <a:buNone/>
              <a:defRPr sz="1600"/>
            </a:lvl4pPr>
            <a:lvl5pPr marL="3052763" indent="0">
              <a:lnSpc>
                <a:spcPts val="2000"/>
              </a:lnSpc>
              <a:buNone/>
              <a:defRPr sz="1600"/>
            </a:lvl5pPr>
          </a:lstStyle>
          <a:p>
            <a:pPr lvl="0"/>
            <a:r>
              <a:rPr lang="en-GB" dirty="0" err="1"/>
              <a:t>Klik</a:t>
            </a:r>
            <a:r>
              <a:rPr lang="en-GB" dirty="0"/>
              <a:t> om de </a:t>
            </a:r>
            <a:r>
              <a:rPr lang="en-GB" dirty="0" err="1"/>
              <a:t>modelstijlen</a:t>
            </a:r>
            <a:r>
              <a:rPr lang="en-GB" dirty="0"/>
              <a:t> </a:t>
            </a:r>
            <a:r>
              <a:rPr lang="en-GB" dirty="0" err="1"/>
              <a:t>te</a:t>
            </a:r>
            <a:r>
              <a:rPr lang="en-GB" dirty="0"/>
              <a:t> </a:t>
            </a:r>
            <a:r>
              <a:rPr lang="en-GB" dirty="0" err="1"/>
              <a:t>bewerken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398339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slide with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tekst 6"/>
          <p:cNvSpPr>
            <a:spLocks noGrp="1"/>
          </p:cNvSpPr>
          <p:nvPr>
            <p:ph type="body" sz="quarter" idx="10"/>
          </p:nvPr>
        </p:nvSpPr>
        <p:spPr>
          <a:xfrm>
            <a:off x="493200" y="1368000"/>
            <a:ext cx="8398800" cy="3092400"/>
          </a:xfrm>
        </p:spPr>
        <p:txBody>
          <a:bodyPr/>
          <a:lstStyle>
            <a:lvl2pPr>
              <a:buClr>
                <a:schemeClr val="bg2"/>
              </a:buClr>
              <a:defRPr/>
            </a:lvl2pPr>
          </a:lstStyle>
          <a:p>
            <a:pPr lvl="0"/>
            <a:r>
              <a:rPr lang="en-GB" dirty="0" err="1"/>
              <a:t>Klik</a:t>
            </a:r>
            <a:r>
              <a:rPr lang="en-GB" dirty="0"/>
              <a:t> om de </a:t>
            </a:r>
            <a:r>
              <a:rPr lang="en-GB" dirty="0" err="1"/>
              <a:t>modelstijlen</a:t>
            </a:r>
            <a:r>
              <a:rPr lang="en-GB" dirty="0"/>
              <a:t> </a:t>
            </a:r>
            <a:r>
              <a:rPr lang="en-GB" dirty="0" err="1"/>
              <a:t>te</a:t>
            </a:r>
            <a:r>
              <a:rPr lang="en-GB" dirty="0"/>
              <a:t> </a:t>
            </a:r>
            <a:r>
              <a:rPr lang="en-GB" dirty="0" err="1"/>
              <a:t>bewerken</a:t>
            </a:r>
            <a:endParaRPr lang="en-GB" dirty="0"/>
          </a:p>
          <a:p>
            <a:pPr lvl="1"/>
            <a:r>
              <a:rPr lang="en-GB" dirty="0" err="1"/>
              <a:t>Tweede</a:t>
            </a:r>
            <a:r>
              <a:rPr lang="en-GB" dirty="0"/>
              <a:t> </a:t>
            </a:r>
            <a:r>
              <a:rPr lang="en-GB" dirty="0" err="1"/>
              <a:t>niveau</a:t>
            </a:r>
            <a:endParaRPr lang="en-GB" dirty="0"/>
          </a:p>
          <a:p>
            <a:pPr lvl="2"/>
            <a:r>
              <a:rPr lang="en-GB" dirty="0" err="1"/>
              <a:t>Derde</a:t>
            </a:r>
            <a:r>
              <a:rPr lang="en-GB" dirty="0"/>
              <a:t> </a:t>
            </a:r>
            <a:r>
              <a:rPr lang="en-GB" dirty="0" err="1"/>
              <a:t>niveau</a:t>
            </a:r>
            <a:endParaRPr lang="en-GB" dirty="0"/>
          </a:p>
          <a:p>
            <a:pPr lvl="3"/>
            <a:r>
              <a:rPr lang="en-GB" dirty="0" err="1"/>
              <a:t>Vierde</a:t>
            </a:r>
            <a:r>
              <a:rPr lang="en-GB" dirty="0"/>
              <a:t> </a:t>
            </a:r>
            <a:r>
              <a:rPr lang="en-GB" dirty="0" err="1"/>
              <a:t>niveau</a:t>
            </a:r>
            <a:endParaRPr lang="en-GB" dirty="0"/>
          </a:p>
          <a:p>
            <a:pPr lvl="4"/>
            <a:r>
              <a:rPr lang="en-GB" dirty="0" err="1"/>
              <a:t>Vijfde</a:t>
            </a:r>
            <a:r>
              <a:rPr lang="en-GB" dirty="0"/>
              <a:t> </a:t>
            </a:r>
            <a:r>
              <a:rPr lang="en-GB" dirty="0" err="1"/>
              <a:t>niveau</a:t>
            </a:r>
            <a:endParaRPr lang="en-GB" dirty="0"/>
          </a:p>
        </p:txBody>
      </p:sp>
      <p:sp>
        <p:nvSpPr>
          <p:cNvPr id="5" name="Titel 4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/>
              <a:t>Klik om de stijl te bewerken</a:t>
            </a:r>
            <a:endParaRPr lang="en-GB" dirty="0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algn="r"/>
            <a:fld id="{F25965E0-7062-474C-8671-DB3A3CE669B0}" type="slidenum">
              <a:rPr lang="en-GB" smtClean="0"/>
              <a:pPr algn="r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033010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text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 err="1"/>
              <a:t>Klik</a:t>
            </a:r>
            <a:r>
              <a:rPr lang="en-GB" dirty="0"/>
              <a:t> om de </a:t>
            </a:r>
            <a:r>
              <a:rPr lang="en-GB" dirty="0" err="1"/>
              <a:t>stijl</a:t>
            </a:r>
            <a:r>
              <a:rPr lang="en-GB" dirty="0"/>
              <a:t> </a:t>
            </a:r>
            <a:r>
              <a:rPr lang="en-GB" dirty="0" err="1"/>
              <a:t>te</a:t>
            </a:r>
            <a:r>
              <a:rPr lang="en-GB" dirty="0"/>
              <a:t> </a:t>
            </a:r>
            <a:r>
              <a:rPr lang="en-GB" dirty="0" err="1"/>
              <a:t>bewerken</a:t>
            </a:r>
            <a:endParaRPr lang="en-GB" dirty="0"/>
          </a:p>
        </p:txBody>
      </p:sp>
      <p:sp>
        <p:nvSpPr>
          <p:cNvPr id="3" name="Tijdelijke aanduiding voor tekst 6"/>
          <p:cNvSpPr>
            <a:spLocks noGrp="1"/>
          </p:cNvSpPr>
          <p:nvPr>
            <p:ph type="body" sz="quarter" idx="10"/>
          </p:nvPr>
        </p:nvSpPr>
        <p:spPr>
          <a:xfrm>
            <a:off x="493200" y="1368000"/>
            <a:ext cx="4104000" cy="3092400"/>
          </a:xfrm>
        </p:spPr>
        <p:txBody>
          <a:bodyPr/>
          <a:lstStyle>
            <a:lvl2pPr>
              <a:buClr>
                <a:schemeClr val="bg2"/>
              </a:buClr>
              <a:defRPr/>
            </a:lvl2pPr>
          </a:lstStyle>
          <a:p>
            <a:pPr lvl="0"/>
            <a:r>
              <a:rPr lang="en-GB" dirty="0" err="1"/>
              <a:t>Klik</a:t>
            </a:r>
            <a:r>
              <a:rPr lang="en-GB" dirty="0"/>
              <a:t> om de </a:t>
            </a:r>
            <a:r>
              <a:rPr lang="en-GB" dirty="0" err="1"/>
              <a:t>modelstijlen</a:t>
            </a:r>
            <a:r>
              <a:rPr lang="en-GB" dirty="0"/>
              <a:t> </a:t>
            </a:r>
            <a:r>
              <a:rPr lang="en-GB" dirty="0" err="1"/>
              <a:t>te</a:t>
            </a:r>
            <a:r>
              <a:rPr lang="en-GB" dirty="0"/>
              <a:t> </a:t>
            </a:r>
            <a:r>
              <a:rPr lang="en-GB" dirty="0" err="1"/>
              <a:t>bewerken</a:t>
            </a:r>
            <a:endParaRPr lang="en-GB" dirty="0"/>
          </a:p>
          <a:p>
            <a:pPr lvl="1"/>
            <a:r>
              <a:rPr lang="en-GB" dirty="0" err="1"/>
              <a:t>Tweede</a:t>
            </a:r>
            <a:r>
              <a:rPr lang="en-GB" dirty="0"/>
              <a:t> </a:t>
            </a:r>
            <a:r>
              <a:rPr lang="en-GB" dirty="0" err="1"/>
              <a:t>niveau</a:t>
            </a:r>
            <a:endParaRPr lang="en-GB" dirty="0"/>
          </a:p>
          <a:p>
            <a:pPr lvl="2"/>
            <a:r>
              <a:rPr lang="en-GB" dirty="0" err="1"/>
              <a:t>Derde</a:t>
            </a:r>
            <a:r>
              <a:rPr lang="en-GB" dirty="0"/>
              <a:t> </a:t>
            </a:r>
            <a:r>
              <a:rPr lang="en-GB" dirty="0" err="1"/>
              <a:t>niveau</a:t>
            </a:r>
            <a:endParaRPr lang="en-GB" dirty="0"/>
          </a:p>
        </p:txBody>
      </p:sp>
      <p:sp>
        <p:nvSpPr>
          <p:cNvPr id="4" name="Tijdelijke aanduiding voor tekst 6"/>
          <p:cNvSpPr>
            <a:spLocks noGrp="1"/>
          </p:cNvSpPr>
          <p:nvPr>
            <p:ph type="body" sz="quarter" idx="11"/>
          </p:nvPr>
        </p:nvSpPr>
        <p:spPr>
          <a:xfrm>
            <a:off x="4785800" y="1368000"/>
            <a:ext cx="4104000" cy="3092400"/>
          </a:xfrm>
        </p:spPr>
        <p:txBody>
          <a:bodyPr/>
          <a:lstStyle>
            <a:lvl2pPr>
              <a:buClr>
                <a:schemeClr val="bg2"/>
              </a:buClr>
              <a:defRPr/>
            </a:lvl2pPr>
          </a:lstStyle>
          <a:p>
            <a:pPr lvl="0"/>
            <a:r>
              <a:rPr lang="en-GB" dirty="0" err="1"/>
              <a:t>Klik</a:t>
            </a:r>
            <a:r>
              <a:rPr lang="en-GB" dirty="0"/>
              <a:t> om de </a:t>
            </a:r>
            <a:r>
              <a:rPr lang="en-GB" dirty="0" err="1"/>
              <a:t>modelstijlen</a:t>
            </a:r>
            <a:r>
              <a:rPr lang="en-GB" dirty="0"/>
              <a:t> </a:t>
            </a:r>
            <a:r>
              <a:rPr lang="en-GB" dirty="0" err="1"/>
              <a:t>te</a:t>
            </a:r>
            <a:r>
              <a:rPr lang="en-GB" dirty="0"/>
              <a:t> </a:t>
            </a:r>
            <a:r>
              <a:rPr lang="en-GB" dirty="0" err="1"/>
              <a:t>bewerken</a:t>
            </a:r>
            <a:endParaRPr lang="en-GB" dirty="0"/>
          </a:p>
          <a:p>
            <a:pPr lvl="1"/>
            <a:r>
              <a:rPr lang="en-GB" dirty="0" err="1"/>
              <a:t>Tweede</a:t>
            </a:r>
            <a:r>
              <a:rPr lang="en-GB" dirty="0"/>
              <a:t> </a:t>
            </a:r>
            <a:r>
              <a:rPr lang="en-GB" dirty="0" err="1"/>
              <a:t>niveau</a:t>
            </a:r>
            <a:endParaRPr lang="en-GB" dirty="0"/>
          </a:p>
          <a:p>
            <a:pPr lvl="2"/>
            <a:r>
              <a:rPr lang="en-GB" dirty="0" err="1"/>
              <a:t>Derde</a:t>
            </a:r>
            <a:r>
              <a:rPr lang="en-GB" dirty="0"/>
              <a:t> </a:t>
            </a:r>
            <a:r>
              <a:rPr lang="en-GB" dirty="0" err="1"/>
              <a:t>niveau</a:t>
            </a:r>
            <a:endParaRPr lang="en-GB" dirty="0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F25965E0-7062-474C-8671-DB3A3CE669B0}" type="slidenum">
              <a:rPr lang="en-GB" smtClean="0"/>
              <a:pPr algn="r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704931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ox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 err="1"/>
              <a:t>Klik</a:t>
            </a:r>
            <a:r>
              <a:rPr lang="en-GB" dirty="0"/>
              <a:t> om de </a:t>
            </a:r>
            <a:r>
              <a:rPr lang="en-GB" dirty="0" err="1"/>
              <a:t>stijl</a:t>
            </a:r>
            <a:r>
              <a:rPr lang="en-GB" dirty="0"/>
              <a:t> </a:t>
            </a:r>
            <a:r>
              <a:rPr lang="en-GB" dirty="0" err="1"/>
              <a:t>te</a:t>
            </a:r>
            <a:r>
              <a:rPr lang="en-GB" dirty="0"/>
              <a:t> </a:t>
            </a:r>
            <a:r>
              <a:rPr lang="en-GB" dirty="0" err="1"/>
              <a:t>bewerken</a:t>
            </a:r>
            <a:endParaRPr lang="en-GB" dirty="0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pPr algn="r"/>
            <a:fld id="{F25965E0-7062-474C-8671-DB3A3CE669B0}" type="slidenum">
              <a:rPr lang="en-GB" smtClean="0"/>
              <a:pPr algn="r"/>
              <a:t>‹#›</a:t>
            </a:fld>
            <a:endParaRPr lang="en-GB" dirty="0"/>
          </a:p>
        </p:txBody>
      </p:sp>
      <p:sp>
        <p:nvSpPr>
          <p:cNvPr id="7" name="Tijdelijke aanduiding voor tekst 6"/>
          <p:cNvSpPr>
            <a:spLocks noGrp="1"/>
          </p:cNvSpPr>
          <p:nvPr>
            <p:ph type="body" sz="quarter" idx="10"/>
          </p:nvPr>
        </p:nvSpPr>
        <p:spPr>
          <a:xfrm>
            <a:off x="493200" y="1368000"/>
            <a:ext cx="4104000" cy="3092400"/>
          </a:xfrm>
        </p:spPr>
        <p:txBody>
          <a:bodyPr/>
          <a:lstStyle>
            <a:lvl2pPr>
              <a:buClr>
                <a:schemeClr val="bg2"/>
              </a:buClr>
              <a:defRPr/>
            </a:lvl2pPr>
          </a:lstStyle>
          <a:p>
            <a:pPr lvl="0"/>
            <a:r>
              <a:rPr lang="en-GB" dirty="0" err="1"/>
              <a:t>Klik</a:t>
            </a:r>
            <a:r>
              <a:rPr lang="en-GB" dirty="0"/>
              <a:t> om de </a:t>
            </a:r>
            <a:r>
              <a:rPr lang="en-GB" dirty="0" err="1"/>
              <a:t>modelstijlen</a:t>
            </a:r>
            <a:r>
              <a:rPr lang="en-GB" dirty="0"/>
              <a:t> </a:t>
            </a:r>
            <a:r>
              <a:rPr lang="en-GB" dirty="0" err="1"/>
              <a:t>te</a:t>
            </a:r>
            <a:r>
              <a:rPr lang="en-GB" dirty="0"/>
              <a:t> </a:t>
            </a:r>
            <a:r>
              <a:rPr lang="en-GB" dirty="0" err="1"/>
              <a:t>bewerken</a:t>
            </a:r>
            <a:endParaRPr lang="en-GB" dirty="0"/>
          </a:p>
          <a:p>
            <a:pPr lvl="1"/>
            <a:r>
              <a:rPr lang="en-GB" dirty="0" err="1"/>
              <a:t>Tweede</a:t>
            </a:r>
            <a:r>
              <a:rPr lang="en-GB" dirty="0"/>
              <a:t> </a:t>
            </a:r>
            <a:r>
              <a:rPr lang="en-GB" dirty="0" err="1"/>
              <a:t>niveau</a:t>
            </a:r>
            <a:endParaRPr lang="en-GB" dirty="0"/>
          </a:p>
          <a:p>
            <a:pPr lvl="2"/>
            <a:r>
              <a:rPr lang="en-GB" dirty="0" err="1"/>
              <a:t>Derde</a:t>
            </a:r>
            <a:r>
              <a:rPr lang="en-GB" dirty="0"/>
              <a:t> </a:t>
            </a:r>
            <a:r>
              <a:rPr lang="en-GB" dirty="0" err="1"/>
              <a:t>niveau</a:t>
            </a:r>
            <a:endParaRPr lang="en-GB" dirty="0"/>
          </a:p>
        </p:txBody>
      </p:sp>
      <p:sp>
        <p:nvSpPr>
          <p:cNvPr id="8" name="Tijdelijke aanduiding voor afbeelding 24"/>
          <p:cNvSpPr>
            <a:spLocks noGrp="1" noChangeAspect="1"/>
          </p:cNvSpPr>
          <p:nvPr>
            <p:ph type="pic" sz="quarter" idx="17"/>
          </p:nvPr>
        </p:nvSpPr>
        <p:spPr>
          <a:xfrm>
            <a:off x="4828401" y="1474788"/>
            <a:ext cx="4051491" cy="2986087"/>
          </a:xfrm>
          <a:prstGeom prst="rect">
            <a:avLst/>
          </a:prstGeom>
          <a:solidFill>
            <a:schemeClr val="accent3"/>
          </a:solidFill>
        </p:spPr>
        <p:txBody>
          <a:bodyPr anchor="ctr"/>
          <a:lstStyle>
            <a:lvl1pPr marL="0" indent="0" algn="ctr">
              <a:buNone/>
              <a:defRPr sz="800"/>
            </a:lvl1pPr>
          </a:lstStyle>
          <a:p>
            <a:pPr lvl="0"/>
            <a:r>
              <a:rPr lang="en-GB" noProof="0" dirty="0" err="1"/>
              <a:t>Klik</a:t>
            </a:r>
            <a:r>
              <a:rPr lang="en-GB" noProof="0" dirty="0"/>
              <a:t> op het pictogram </a:t>
            </a:r>
            <a:r>
              <a:rPr lang="en-GB" noProof="0" dirty="0" err="1"/>
              <a:t>als</a:t>
            </a:r>
            <a:r>
              <a:rPr lang="en-GB" noProof="0" dirty="0"/>
              <a:t> u </a:t>
            </a:r>
            <a:r>
              <a:rPr lang="en-GB" noProof="0" dirty="0" err="1"/>
              <a:t>een</a:t>
            </a:r>
            <a:r>
              <a:rPr lang="en-GB" noProof="0" dirty="0"/>
              <a:t> </a:t>
            </a:r>
            <a:r>
              <a:rPr lang="en-GB" noProof="0" dirty="0" err="1"/>
              <a:t>afbeelding</a:t>
            </a:r>
            <a:r>
              <a:rPr lang="en-GB" noProof="0" dirty="0"/>
              <a:t> wilt </a:t>
            </a:r>
            <a:r>
              <a:rPr lang="en-GB" noProof="0" dirty="0" err="1"/>
              <a:t>toevoegen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2950174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ox with grap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jdelijke aanduiding voor grafiek 5"/>
          <p:cNvSpPr>
            <a:spLocks noGrp="1"/>
          </p:cNvSpPr>
          <p:nvPr>
            <p:ph type="chart" sz="quarter" idx="17"/>
          </p:nvPr>
        </p:nvSpPr>
        <p:spPr>
          <a:xfrm>
            <a:off x="4791075" y="1364830"/>
            <a:ext cx="4102100" cy="3097633"/>
          </a:xfrm>
          <a:noFill/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5" name="Titel 4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/>
              <a:t>Klik om de stijl te bewerken</a:t>
            </a:r>
            <a:endParaRPr lang="en-GB" dirty="0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pPr algn="r"/>
            <a:fld id="{F25965E0-7062-474C-8671-DB3A3CE669B0}" type="slidenum">
              <a:rPr lang="en-GB" smtClean="0"/>
              <a:pPr algn="r"/>
              <a:t>‹#›</a:t>
            </a:fld>
            <a:endParaRPr lang="en-GB" dirty="0"/>
          </a:p>
        </p:txBody>
      </p:sp>
      <p:sp>
        <p:nvSpPr>
          <p:cNvPr id="8" name="Tijdelijke aanduiding voor tekst 6"/>
          <p:cNvSpPr>
            <a:spLocks noGrp="1"/>
          </p:cNvSpPr>
          <p:nvPr>
            <p:ph type="body" sz="quarter" idx="10"/>
          </p:nvPr>
        </p:nvSpPr>
        <p:spPr>
          <a:xfrm>
            <a:off x="493200" y="1368000"/>
            <a:ext cx="4104000" cy="3092400"/>
          </a:xfrm>
        </p:spPr>
        <p:txBody>
          <a:bodyPr/>
          <a:lstStyle>
            <a:lvl2pPr>
              <a:buClr>
                <a:schemeClr val="bg2"/>
              </a:buClr>
              <a:defRPr/>
            </a:lvl2pPr>
          </a:lstStyle>
          <a:p>
            <a:pPr lvl="0"/>
            <a:r>
              <a:rPr lang="en-GB" dirty="0" err="1"/>
              <a:t>Klik</a:t>
            </a:r>
            <a:r>
              <a:rPr lang="en-GB" dirty="0"/>
              <a:t> om de </a:t>
            </a:r>
            <a:r>
              <a:rPr lang="en-GB" dirty="0" err="1"/>
              <a:t>modelstijlen</a:t>
            </a:r>
            <a:r>
              <a:rPr lang="en-GB" dirty="0"/>
              <a:t> </a:t>
            </a:r>
            <a:r>
              <a:rPr lang="en-GB" dirty="0" err="1"/>
              <a:t>te</a:t>
            </a:r>
            <a:r>
              <a:rPr lang="en-GB" dirty="0"/>
              <a:t> </a:t>
            </a:r>
            <a:r>
              <a:rPr lang="en-GB" dirty="0" err="1"/>
              <a:t>bewerken</a:t>
            </a:r>
            <a:endParaRPr lang="en-GB" dirty="0"/>
          </a:p>
          <a:p>
            <a:pPr lvl="1"/>
            <a:r>
              <a:rPr lang="en-GB" dirty="0" err="1"/>
              <a:t>Tweede</a:t>
            </a:r>
            <a:r>
              <a:rPr lang="en-GB" dirty="0"/>
              <a:t> </a:t>
            </a:r>
            <a:r>
              <a:rPr lang="en-GB" dirty="0" err="1"/>
              <a:t>niveau</a:t>
            </a:r>
            <a:endParaRPr lang="en-GB" dirty="0"/>
          </a:p>
          <a:p>
            <a:pPr lvl="2"/>
            <a:r>
              <a:rPr lang="en-GB" dirty="0" err="1"/>
              <a:t>Derde</a:t>
            </a:r>
            <a:r>
              <a:rPr lang="en-GB" dirty="0"/>
              <a:t> </a:t>
            </a:r>
            <a:r>
              <a:rPr lang="en-GB" dirty="0" err="1"/>
              <a:t>niveau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954067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ox with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 err="1"/>
              <a:t>Klik</a:t>
            </a:r>
            <a:r>
              <a:rPr lang="en-GB" dirty="0"/>
              <a:t> om de </a:t>
            </a:r>
            <a:r>
              <a:rPr lang="en-GB" dirty="0" err="1"/>
              <a:t>stijl</a:t>
            </a:r>
            <a:r>
              <a:rPr lang="en-GB" dirty="0"/>
              <a:t> </a:t>
            </a:r>
            <a:r>
              <a:rPr lang="en-GB" dirty="0" err="1"/>
              <a:t>te</a:t>
            </a:r>
            <a:r>
              <a:rPr lang="en-GB" dirty="0"/>
              <a:t> </a:t>
            </a:r>
            <a:r>
              <a:rPr lang="en-GB" dirty="0" err="1"/>
              <a:t>bewerken</a:t>
            </a:r>
            <a:endParaRPr lang="en-GB" dirty="0"/>
          </a:p>
        </p:txBody>
      </p:sp>
      <p:sp>
        <p:nvSpPr>
          <p:cNvPr id="5" name="Tijdelijke aanduiding voor tabel 4"/>
          <p:cNvSpPr>
            <a:spLocks noGrp="1"/>
          </p:cNvSpPr>
          <p:nvPr>
            <p:ph type="tbl" sz="quarter" idx="11"/>
          </p:nvPr>
        </p:nvSpPr>
        <p:spPr>
          <a:xfrm>
            <a:off x="4791075" y="1473200"/>
            <a:ext cx="4102100" cy="2989264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F25965E0-7062-474C-8671-DB3A3CE669B0}" type="slidenum">
              <a:rPr lang="en-GB" smtClean="0"/>
              <a:pPr algn="r"/>
              <a:t>‹#›</a:t>
            </a:fld>
            <a:endParaRPr lang="en-GB" dirty="0"/>
          </a:p>
        </p:txBody>
      </p:sp>
      <p:sp>
        <p:nvSpPr>
          <p:cNvPr id="7" name="Tijdelijke aanduiding voor tekst 6"/>
          <p:cNvSpPr>
            <a:spLocks noGrp="1"/>
          </p:cNvSpPr>
          <p:nvPr>
            <p:ph type="body" sz="quarter" idx="10"/>
          </p:nvPr>
        </p:nvSpPr>
        <p:spPr>
          <a:xfrm>
            <a:off x="493200" y="1368000"/>
            <a:ext cx="4104000" cy="3092400"/>
          </a:xfrm>
        </p:spPr>
        <p:txBody>
          <a:bodyPr/>
          <a:lstStyle>
            <a:lvl2pPr>
              <a:buClr>
                <a:schemeClr val="bg2"/>
              </a:buClr>
              <a:defRPr/>
            </a:lvl2pPr>
          </a:lstStyle>
          <a:p>
            <a:pPr lvl="0"/>
            <a:r>
              <a:rPr lang="en-GB" dirty="0" err="1"/>
              <a:t>Klik</a:t>
            </a:r>
            <a:r>
              <a:rPr lang="en-GB" dirty="0"/>
              <a:t> om de </a:t>
            </a:r>
            <a:r>
              <a:rPr lang="en-GB" dirty="0" err="1"/>
              <a:t>modelstijlen</a:t>
            </a:r>
            <a:r>
              <a:rPr lang="en-GB" dirty="0"/>
              <a:t> </a:t>
            </a:r>
            <a:r>
              <a:rPr lang="en-GB" dirty="0" err="1"/>
              <a:t>te</a:t>
            </a:r>
            <a:r>
              <a:rPr lang="en-GB" dirty="0"/>
              <a:t> </a:t>
            </a:r>
            <a:r>
              <a:rPr lang="en-GB" dirty="0" err="1"/>
              <a:t>bewerken</a:t>
            </a:r>
            <a:endParaRPr lang="en-GB" dirty="0"/>
          </a:p>
          <a:p>
            <a:pPr lvl="1"/>
            <a:r>
              <a:rPr lang="en-GB" dirty="0" err="1"/>
              <a:t>Tweede</a:t>
            </a:r>
            <a:r>
              <a:rPr lang="en-GB" dirty="0"/>
              <a:t> </a:t>
            </a:r>
            <a:r>
              <a:rPr lang="en-GB" dirty="0" err="1"/>
              <a:t>niveau</a:t>
            </a:r>
            <a:endParaRPr lang="en-GB" dirty="0"/>
          </a:p>
          <a:p>
            <a:pPr lvl="2"/>
            <a:r>
              <a:rPr lang="en-GB" dirty="0" err="1"/>
              <a:t>Derde</a:t>
            </a:r>
            <a:r>
              <a:rPr lang="en-GB" dirty="0"/>
              <a:t> </a:t>
            </a:r>
            <a:r>
              <a:rPr lang="en-GB" dirty="0" err="1"/>
              <a:t>niveau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283940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ganogr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 err="1"/>
              <a:t>Klik</a:t>
            </a:r>
            <a:r>
              <a:rPr lang="en-GB" dirty="0"/>
              <a:t> om de </a:t>
            </a:r>
            <a:r>
              <a:rPr lang="en-GB" dirty="0" err="1"/>
              <a:t>stijl</a:t>
            </a:r>
            <a:r>
              <a:rPr lang="en-GB" dirty="0"/>
              <a:t> </a:t>
            </a:r>
            <a:r>
              <a:rPr lang="en-GB" dirty="0" err="1"/>
              <a:t>te</a:t>
            </a:r>
            <a:r>
              <a:rPr lang="en-GB" dirty="0"/>
              <a:t> </a:t>
            </a:r>
            <a:r>
              <a:rPr lang="en-GB" dirty="0" err="1"/>
              <a:t>bewerken</a:t>
            </a:r>
            <a:endParaRPr lang="en-GB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algn="r"/>
            <a:fld id="{F25965E0-7062-474C-8671-DB3A3CE669B0}" type="slidenum">
              <a:rPr lang="en-GB" smtClean="0"/>
              <a:pPr algn="r"/>
              <a:t>‹#›</a:t>
            </a:fld>
            <a:endParaRPr lang="en-GB" dirty="0"/>
          </a:p>
        </p:txBody>
      </p:sp>
      <p:sp>
        <p:nvSpPr>
          <p:cNvPr id="5" name="Tijdelijke aanduiding voor SmartArt 7"/>
          <p:cNvSpPr>
            <a:spLocks noGrp="1"/>
          </p:cNvSpPr>
          <p:nvPr>
            <p:ph type="dgm" sz="quarter" idx="10"/>
          </p:nvPr>
        </p:nvSpPr>
        <p:spPr>
          <a:xfrm>
            <a:off x="493200" y="1368000"/>
            <a:ext cx="8398800" cy="3092400"/>
          </a:xfrm>
        </p:spPr>
        <p:txBody>
          <a:bodyPr/>
          <a:lstStyle/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607591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ly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 err="1"/>
              <a:t>Klik</a:t>
            </a:r>
            <a:r>
              <a:rPr lang="en-GB" dirty="0"/>
              <a:t> om de </a:t>
            </a:r>
            <a:r>
              <a:rPr lang="en-GB" dirty="0" err="1"/>
              <a:t>stijl</a:t>
            </a:r>
            <a:r>
              <a:rPr lang="en-GB" dirty="0"/>
              <a:t> </a:t>
            </a:r>
            <a:r>
              <a:rPr lang="en-GB" dirty="0" err="1"/>
              <a:t>te</a:t>
            </a:r>
            <a:r>
              <a:rPr lang="en-GB" dirty="0"/>
              <a:t> </a:t>
            </a:r>
            <a:r>
              <a:rPr lang="en-GB" dirty="0" err="1"/>
              <a:t>bewerken</a:t>
            </a:r>
            <a:endParaRPr lang="en-GB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r"/>
            <a:fld id="{F25965E0-7062-474C-8671-DB3A3CE669B0}" type="slidenum">
              <a:rPr lang="en-GB" smtClean="0"/>
              <a:pPr algn="r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0351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multiple logo'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afbeelding 24"/>
          <p:cNvSpPr>
            <a:spLocks noGrp="1"/>
          </p:cNvSpPr>
          <p:nvPr>
            <p:ph type="pic" sz="quarter" idx="16" hasCustomPrompt="1"/>
          </p:nvPr>
        </p:nvSpPr>
        <p:spPr>
          <a:xfrm>
            <a:off x="2293449" y="4594924"/>
            <a:ext cx="1116000" cy="455707"/>
          </a:xfrm>
          <a:prstGeom prst="rect">
            <a:avLst/>
          </a:prstGeom>
          <a:solidFill>
            <a:schemeClr val="accent3"/>
          </a:solidFill>
        </p:spPr>
        <p:txBody>
          <a:bodyPr anchor="ctr"/>
          <a:lstStyle>
            <a:lvl1pPr marL="0" indent="0" algn="l">
              <a:lnSpc>
                <a:spcPts val="1000"/>
              </a:lnSpc>
              <a:spcBef>
                <a:spcPts val="0"/>
              </a:spcBef>
              <a:buNone/>
              <a:defRPr sz="600"/>
            </a:lvl1pPr>
          </a:lstStyle>
          <a:p>
            <a:pPr lvl="0"/>
            <a:r>
              <a:rPr lang="en-GB" noProof="0" dirty="0" err="1"/>
              <a:t>Klik</a:t>
            </a:r>
            <a:r>
              <a:rPr lang="en-GB" noProof="0" dirty="0"/>
              <a:t> op het pictogram </a:t>
            </a:r>
            <a:r>
              <a:rPr lang="en-GB" noProof="0" dirty="0" err="1"/>
              <a:t>als</a:t>
            </a:r>
            <a:r>
              <a:rPr lang="en-GB" noProof="0" dirty="0"/>
              <a:t> u </a:t>
            </a:r>
            <a:r>
              <a:rPr lang="en-GB" noProof="0" dirty="0" err="1"/>
              <a:t>een</a:t>
            </a:r>
            <a:r>
              <a:rPr lang="en-GB" noProof="0" dirty="0"/>
              <a:t> logo wilt </a:t>
            </a:r>
            <a:r>
              <a:rPr lang="en-GB" noProof="0" dirty="0" err="1"/>
              <a:t>toevoegen</a:t>
            </a:r>
            <a:endParaRPr lang="en-GB" noProof="0" dirty="0"/>
          </a:p>
        </p:txBody>
      </p:sp>
      <p:sp>
        <p:nvSpPr>
          <p:cNvPr id="16" name="Tijdelijke aanduiding voor afbeelding 24"/>
          <p:cNvSpPr>
            <a:spLocks noGrp="1"/>
          </p:cNvSpPr>
          <p:nvPr>
            <p:ph type="pic" sz="quarter" idx="24" hasCustomPrompt="1"/>
          </p:nvPr>
        </p:nvSpPr>
        <p:spPr>
          <a:xfrm>
            <a:off x="3643126" y="4594924"/>
            <a:ext cx="1116000" cy="455707"/>
          </a:xfrm>
          <a:prstGeom prst="rect">
            <a:avLst/>
          </a:prstGeom>
          <a:solidFill>
            <a:schemeClr val="accent3"/>
          </a:solidFill>
        </p:spPr>
        <p:txBody>
          <a:bodyPr anchor="ctr"/>
          <a:lstStyle>
            <a:lvl1pPr marL="0" indent="0" algn="l">
              <a:lnSpc>
                <a:spcPts val="1000"/>
              </a:lnSpc>
              <a:spcBef>
                <a:spcPts val="0"/>
              </a:spcBef>
              <a:buNone/>
              <a:defRPr sz="600"/>
            </a:lvl1pPr>
          </a:lstStyle>
          <a:p>
            <a:pPr lvl="0"/>
            <a:r>
              <a:rPr lang="en-GB" noProof="0" dirty="0" err="1"/>
              <a:t>Klik</a:t>
            </a:r>
            <a:r>
              <a:rPr lang="en-GB" noProof="0" dirty="0"/>
              <a:t> op het pictogram </a:t>
            </a:r>
            <a:r>
              <a:rPr lang="en-GB" noProof="0" dirty="0" err="1"/>
              <a:t>als</a:t>
            </a:r>
            <a:r>
              <a:rPr lang="en-GB" noProof="0" dirty="0"/>
              <a:t> u </a:t>
            </a:r>
            <a:r>
              <a:rPr lang="en-GB" noProof="0" dirty="0" err="1"/>
              <a:t>een</a:t>
            </a:r>
            <a:r>
              <a:rPr lang="en-GB" noProof="0" dirty="0"/>
              <a:t> logo wilt </a:t>
            </a:r>
            <a:r>
              <a:rPr lang="en-GB" noProof="0" dirty="0" err="1"/>
              <a:t>toevoegen</a:t>
            </a:r>
            <a:endParaRPr lang="en-GB" noProof="0" dirty="0"/>
          </a:p>
        </p:txBody>
      </p:sp>
      <p:sp>
        <p:nvSpPr>
          <p:cNvPr id="17" name="Tijdelijke aanduiding voor afbeelding 24"/>
          <p:cNvSpPr>
            <a:spLocks noGrp="1"/>
          </p:cNvSpPr>
          <p:nvPr>
            <p:ph type="pic" sz="quarter" idx="25" hasCustomPrompt="1"/>
          </p:nvPr>
        </p:nvSpPr>
        <p:spPr>
          <a:xfrm>
            <a:off x="4992803" y="4594924"/>
            <a:ext cx="1116000" cy="455707"/>
          </a:xfrm>
          <a:prstGeom prst="rect">
            <a:avLst/>
          </a:prstGeom>
          <a:solidFill>
            <a:schemeClr val="accent3"/>
          </a:solidFill>
        </p:spPr>
        <p:txBody>
          <a:bodyPr anchor="ctr"/>
          <a:lstStyle>
            <a:lvl1pPr marL="0" indent="0" algn="l">
              <a:lnSpc>
                <a:spcPts val="1000"/>
              </a:lnSpc>
              <a:spcBef>
                <a:spcPts val="0"/>
              </a:spcBef>
              <a:buNone/>
              <a:defRPr sz="600"/>
            </a:lvl1pPr>
          </a:lstStyle>
          <a:p>
            <a:pPr lvl="0"/>
            <a:r>
              <a:rPr lang="en-GB" noProof="0" dirty="0" err="1"/>
              <a:t>Klik</a:t>
            </a:r>
            <a:r>
              <a:rPr lang="en-GB" noProof="0" dirty="0"/>
              <a:t> op het pictogram </a:t>
            </a:r>
            <a:r>
              <a:rPr lang="en-GB" noProof="0" dirty="0" err="1"/>
              <a:t>als</a:t>
            </a:r>
            <a:r>
              <a:rPr lang="en-GB" noProof="0" dirty="0"/>
              <a:t> u </a:t>
            </a:r>
            <a:r>
              <a:rPr lang="en-GB" noProof="0" dirty="0" err="1"/>
              <a:t>een</a:t>
            </a:r>
            <a:r>
              <a:rPr lang="en-GB" noProof="0" dirty="0"/>
              <a:t> logo wilt </a:t>
            </a:r>
            <a:r>
              <a:rPr lang="en-GB" noProof="0" dirty="0" err="1"/>
              <a:t>toevoegen</a:t>
            </a:r>
            <a:endParaRPr lang="en-GB" noProof="0" dirty="0"/>
          </a:p>
        </p:txBody>
      </p:sp>
      <p:sp>
        <p:nvSpPr>
          <p:cNvPr id="18" name="Tijdelijke aanduiding voor afbeelding 24"/>
          <p:cNvSpPr>
            <a:spLocks noGrp="1"/>
          </p:cNvSpPr>
          <p:nvPr>
            <p:ph type="pic" sz="quarter" idx="26" hasCustomPrompt="1"/>
          </p:nvPr>
        </p:nvSpPr>
        <p:spPr>
          <a:xfrm>
            <a:off x="6342480" y="4594924"/>
            <a:ext cx="1116000" cy="455707"/>
          </a:xfrm>
          <a:prstGeom prst="rect">
            <a:avLst/>
          </a:prstGeom>
          <a:solidFill>
            <a:schemeClr val="accent3"/>
          </a:solidFill>
        </p:spPr>
        <p:txBody>
          <a:bodyPr anchor="ctr"/>
          <a:lstStyle>
            <a:lvl1pPr marL="0" indent="0" algn="l">
              <a:lnSpc>
                <a:spcPts val="1000"/>
              </a:lnSpc>
              <a:spcBef>
                <a:spcPts val="0"/>
              </a:spcBef>
              <a:buNone/>
              <a:defRPr sz="600"/>
            </a:lvl1pPr>
          </a:lstStyle>
          <a:p>
            <a:pPr lvl="0"/>
            <a:r>
              <a:rPr lang="en-GB" noProof="0" dirty="0" err="1"/>
              <a:t>Klik</a:t>
            </a:r>
            <a:r>
              <a:rPr lang="en-GB" noProof="0" dirty="0"/>
              <a:t> op het pictogram </a:t>
            </a:r>
            <a:r>
              <a:rPr lang="en-GB" noProof="0" dirty="0" err="1"/>
              <a:t>als</a:t>
            </a:r>
            <a:r>
              <a:rPr lang="en-GB" noProof="0" dirty="0"/>
              <a:t> u </a:t>
            </a:r>
            <a:r>
              <a:rPr lang="en-GB" noProof="0" dirty="0" err="1"/>
              <a:t>een</a:t>
            </a:r>
            <a:r>
              <a:rPr lang="en-GB" noProof="0" dirty="0"/>
              <a:t> logo wilt </a:t>
            </a:r>
            <a:r>
              <a:rPr lang="en-GB" noProof="0" dirty="0" err="1"/>
              <a:t>toevoegen</a:t>
            </a:r>
            <a:endParaRPr lang="en-GB" noProof="0" dirty="0"/>
          </a:p>
        </p:txBody>
      </p:sp>
      <p:sp>
        <p:nvSpPr>
          <p:cNvPr id="2" name="Tijdelijke aanduiding voor dianummer 1"/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pPr algn="r"/>
            <a:fld id="{F25965E0-7062-474C-8671-DB3A3CE669B0}" type="slidenum">
              <a:rPr lang="en-GB" smtClean="0"/>
              <a:pPr algn="r"/>
              <a:t>‹#›</a:t>
            </a:fld>
            <a:endParaRPr lang="en-GB" dirty="0"/>
          </a:p>
        </p:txBody>
      </p:sp>
      <p:sp>
        <p:nvSpPr>
          <p:cNvPr id="4" name="Titel 3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/>
              <a:t>Klik om de stijl te bewerken</a:t>
            </a:r>
            <a:endParaRPr lang="en-GB" dirty="0"/>
          </a:p>
        </p:txBody>
      </p:sp>
      <p:sp>
        <p:nvSpPr>
          <p:cNvPr id="23" name="Tijdelijke aanduiding voor afbeelding 24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467564" y="2120875"/>
            <a:ext cx="2340000" cy="23400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 sz="800"/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Klik</a:t>
            </a:r>
            <a:r>
              <a:rPr kumimoji="0" lang="en-GB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 op het pictogram </a:t>
            </a:r>
            <a:r>
              <a:rPr kumimoji="0" lang="en-GB" sz="800" b="0" i="0" u="none" strike="noStrike" kern="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als</a:t>
            </a:r>
            <a:r>
              <a:rPr kumimoji="0" lang="en-GB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 u </a:t>
            </a:r>
            <a:r>
              <a:rPr kumimoji="0" lang="en-GB" sz="800" b="0" i="0" u="none" strike="noStrike" kern="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een</a:t>
            </a:r>
            <a:r>
              <a:rPr kumimoji="0" lang="en-GB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 </a:t>
            </a:r>
            <a:r>
              <a:rPr kumimoji="0" lang="en-GB" sz="800" b="0" i="0" u="none" strike="noStrike" kern="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afbeelding</a:t>
            </a:r>
            <a:r>
              <a:rPr kumimoji="0" lang="en-GB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 wilt </a:t>
            </a:r>
            <a:r>
              <a:rPr kumimoji="0" lang="en-GB" sz="800" b="0" i="0" u="none" strike="noStrike" kern="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toevoegen</a:t>
            </a:r>
            <a:endParaRPr kumimoji="0" lang="en-GB" sz="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4" name="Tijdelijke aanduiding voor afbeelding 24"/>
          <p:cNvSpPr>
            <a:spLocks noGrp="1" noChangeAspect="1"/>
          </p:cNvSpPr>
          <p:nvPr>
            <p:ph type="pic" sz="quarter" idx="19"/>
          </p:nvPr>
        </p:nvSpPr>
        <p:spPr bwMode="auto">
          <a:xfrm>
            <a:off x="6553175" y="2120875"/>
            <a:ext cx="2340000" cy="23400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 sz="800"/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Klik</a:t>
            </a:r>
            <a:r>
              <a:rPr kumimoji="0" lang="en-GB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 op het pictogram </a:t>
            </a:r>
            <a:r>
              <a:rPr kumimoji="0" lang="en-GB" sz="800" b="0" i="0" u="none" strike="noStrike" kern="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als</a:t>
            </a:r>
            <a:r>
              <a:rPr kumimoji="0" lang="en-GB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 u </a:t>
            </a:r>
            <a:r>
              <a:rPr kumimoji="0" lang="en-GB" sz="800" b="0" i="0" u="none" strike="noStrike" kern="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een</a:t>
            </a:r>
            <a:r>
              <a:rPr kumimoji="0" lang="en-GB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 </a:t>
            </a:r>
            <a:r>
              <a:rPr kumimoji="0" lang="en-GB" sz="800" b="0" i="0" u="none" strike="noStrike" kern="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afbeelding</a:t>
            </a:r>
            <a:r>
              <a:rPr kumimoji="0" lang="en-GB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 wilt </a:t>
            </a:r>
            <a:r>
              <a:rPr kumimoji="0" lang="en-GB" sz="800" b="0" i="0" u="none" strike="noStrike" kern="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toevoegen</a:t>
            </a:r>
            <a:endParaRPr kumimoji="0" lang="en-GB" sz="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5" name="Tijdelijke aanduiding voor afbeelding 24"/>
          <p:cNvSpPr>
            <a:spLocks noGrp="1" noChangeAspect="1"/>
          </p:cNvSpPr>
          <p:nvPr>
            <p:ph type="pic" sz="quarter" idx="28"/>
          </p:nvPr>
        </p:nvSpPr>
        <p:spPr bwMode="auto">
          <a:xfrm>
            <a:off x="4959012" y="2120875"/>
            <a:ext cx="2340000" cy="23400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 sz="800"/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Klik</a:t>
            </a:r>
            <a:r>
              <a:rPr kumimoji="0" lang="en-GB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 op het pictogram </a:t>
            </a:r>
            <a:r>
              <a:rPr kumimoji="0" lang="en-GB" sz="800" b="0" i="0" u="none" strike="noStrike" kern="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als</a:t>
            </a:r>
            <a:r>
              <a:rPr kumimoji="0" lang="en-GB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 u </a:t>
            </a:r>
            <a:r>
              <a:rPr kumimoji="0" lang="en-GB" sz="800" b="0" i="0" u="none" strike="noStrike" kern="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een</a:t>
            </a:r>
            <a:r>
              <a:rPr kumimoji="0" lang="en-GB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 </a:t>
            </a:r>
            <a:r>
              <a:rPr kumimoji="0" lang="en-GB" sz="800" b="0" i="0" u="none" strike="noStrike" kern="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afbeelding</a:t>
            </a:r>
            <a:r>
              <a:rPr kumimoji="0" lang="en-GB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 wilt </a:t>
            </a:r>
            <a:r>
              <a:rPr kumimoji="0" lang="en-GB" sz="800" b="0" i="0" u="none" strike="noStrike" kern="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toevoegen</a:t>
            </a:r>
            <a:endParaRPr kumimoji="0" lang="en-GB" sz="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6" name="Tijdelijke aanduiding voor afbeelding 24"/>
          <p:cNvSpPr>
            <a:spLocks noGrp="1" noChangeAspect="1"/>
          </p:cNvSpPr>
          <p:nvPr>
            <p:ph type="pic" sz="quarter" idx="15"/>
          </p:nvPr>
        </p:nvSpPr>
        <p:spPr bwMode="auto">
          <a:xfrm>
            <a:off x="3364849" y="2120875"/>
            <a:ext cx="2340000" cy="23400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 sz="800"/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Klik</a:t>
            </a:r>
            <a:r>
              <a:rPr kumimoji="0" lang="en-GB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 op het pictogram </a:t>
            </a:r>
            <a:r>
              <a:rPr kumimoji="0" lang="en-GB" sz="800" b="0" i="0" u="none" strike="noStrike" kern="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als</a:t>
            </a:r>
            <a:r>
              <a:rPr kumimoji="0" lang="en-GB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 u </a:t>
            </a:r>
            <a:r>
              <a:rPr kumimoji="0" lang="en-GB" sz="800" b="0" i="0" u="none" strike="noStrike" kern="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een</a:t>
            </a:r>
            <a:r>
              <a:rPr kumimoji="0" lang="en-GB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 </a:t>
            </a:r>
            <a:r>
              <a:rPr kumimoji="0" lang="en-GB" sz="800" b="0" i="0" u="none" strike="noStrike" kern="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afbeelding</a:t>
            </a:r>
            <a:r>
              <a:rPr kumimoji="0" lang="en-GB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 wilt </a:t>
            </a:r>
            <a:r>
              <a:rPr kumimoji="0" lang="en-GB" sz="800" b="0" i="0" u="none" strike="noStrike" kern="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toevoegen</a:t>
            </a:r>
            <a:endParaRPr kumimoji="0" lang="en-GB" sz="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7" name="Tijdelijke aanduiding voor tekst 21"/>
          <p:cNvSpPr>
            <a:spLocks noGrp="1"/>
          </p:cNvSpPr>
          <p:nvPr>
            <p:ph type="body" sz="quarter" idx="20"/>
          </p:nvPr>
        </p:nvSpPr>
        <p:spPr>
          <a:xfrm>
            <a:off x="505856" y="1234871"/>
            <a:ext cx="8385731" cy="330620"/>
          </a:xfrm>
        </p:spPr>
        <p:txBody>
          <a:bodyPr/>
          <a:lstStyle>
            <a:lvl1pPr marL="0" indent="0">
              <a:lnSpc>
                <a:spcPts val="2000"/>
              </a:lnSpc>
              <a:buNone/>
              <a:defRPr sz="1600"/>
            </a:lvl1pPr>
            <a:lvl2pPr marL="696913" indent="0">
              <a:lnSpc>
                <a:spcPts val="2000"/>
              </a:lnSpc>
              <a:buNone/>
              <a:defRPr sz="1600"/>
            </a:lvl2pPr>
            <a:lvl3pPr marL="1560512" indent="0">
              <a:lnSpc>
                <a:spcPts val="2000"/>
              </a:lnSpc>
              <a:buNone/>
              <a:defRPr sz="1600"/>
            </a:lvl3pPr>
            <a:lvl4pPr marL="2332037" indent="0">
              <a:lnSpc>
                <a:spcPts val="2000"/>
              </a:lnSpc>
              <a:buNone/>
              <a:defRPr sz="1600"/>
            </a:lvl4pPr>
            <a:lvl5pPr marL="3052763" indent="0">
              <a:lnSpc>
                <a:spcPts val="2000"/>
              </a:lnSpc>
              <a:buNone/>
              <a:defRPr sz="1600"/>
            </a:lvl5pPr>
          </a:lstStyle>
          <a:p>
            <a:pPr lvl="0"/>
            <a:r>
              <a:rPr lang="en-GB" dirty="0" err="1"/>
              <a:t>Klik</a:t>
            </a:r>
            <a:r>
              <a:rPr lang="en-GB" dirty="0"/>
              <a:t> om de </a:t>
            </a:r>
            <a:r>
              <a:rPr lang="en-GB" dirty="0" err="1"/>
              <a:t>modelstijlen</a:t>
            </a:r>
            <a:r>
              <a:rPr lang="en-GB" dirty="0"/>
              <a:t> </a:t>
            </a:r>
            <a:r>
              <a:rPr lang="en-GB" dirty="0" err="1"/>
              <a:t>te</a:t>
            </a:r>
            <a:r>
              <a:rPr lang="en-GB" dirty="0"/>
              <a:t> </a:t>
            </a:r>
            <a:r>
              <a:rPr lang="en-GB" dirty="0" err="1"/>
              <a:t>bewerken</a:t>
            </a:r>
            <a:endParaRPr lang="en-GB" dirty="0"/>
          </a:p>
        </p:txBody>
      </p:sp>
      <p:sp>
        <p:nvSpPr>
          <p:cNvPr id="28" name="Tijdelijke aanduiding voor tekst 21"/>
          <p:cNvSpPr>
            <a:spLocks noGrp="1"/>
          </p:cNvSpPr>
          <p:nvPr>
            <p:ph type="body" sz="quarter" idx="21"/>
          </p:nvPr>
        </p:nvSpPr>
        <p:spPr>
          <a:xfrm>
            <a:off x="505856" y="1648186"/>
            <a:ext cx="8385731" cy="330620"/>
          </a:xfrm>
        </p:spPr>
        <p:txBody>
          <a:bodyPr/>
          <a:lstStyle>
            <a:lvl1pPr marL="0" indent="0">
              <a:lnSpc>
                <a:spcPts val="2000"/>
              </a:lnSpc>
              <a:buNone/>
              <a:defRPr sz="1600"/>
            </a:lvl1pPr>
            <a:lvl2pPr marL="696913" indent="0">
              <a:lnSpc>
                <a:spcPts val="2000"/>
              </a:lnSpc>
              <a:buNone/>
              <a:defRPr sz="1600"/>
            </a:lvl2pPr>
            <a:lvl3pPr marL="1560512" indent="0">
              <a:lnSpc>
                <a:spcPts val="2000"/>
              </a:lnSpc>
              <a:buNone/>
              <a:defRPr sz="1600"/>
            </a:lvl3pPr>
            <a:lvl4pPr marL="2332037" indent="0">
              <a:lnSpc>
                <a:spcPts val="2000"/>
              </a:lnSpc>
              <a:buNone/>
              <a:defRPr sz="1600"/>
            </a:lvl4pPr>
            <a:lvl5pPr marL="3052763" indent="0">
              <a:lnSpc>
                <a:spcPts val="2000"/>
              </a:lnSpc>
              <a:buNone/>
              <a:defRPr sz="1600"/>
            </a:lvl5pPr>
          </a:lstStyle>
          <a:p>
            <a:pPr lvl="0"/>
            <a:r>
              <a:rPr lang="en-GB" dirty="0" err="1"/>
              <a:t>Klik</a:t>
            </a:r>
            <a:r>
              <a:rPr lang="en-GB" dirty="0"/>
              <a:t> om de </a:t>
            </a:r>
            <a:r>
              <a:rPr lang="en-GB" dirty="0" err="1"/>
              <a:t>modelstijlen</a:t>
            </a:r>
            <a:r>
              <a:rPr lang="en-GB" dirty="0"/>
              <a:t> </a:t>
            </a:r>
            <a:r>
              <a:rPr lang="en-GB" dirty="0" err="1"/>
              <a:t>te</a:t>
            </a:r>
            <a:r>
              <a:rPr lang="en-GB" dirty="0"/>
              <a:t> </a:t>
            </a:r>
            <a:r>
              <a:rPr lang="en-GB" dirty="0" err="1"/>
              <a:t>bewerken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645169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ox with rectangular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tekst 4"/>
          <p:cNvSpPr>
            <a:spLocks noGrp="1"/>
          </p:cNvSpPr>
          <p:nvPr>
            <p:ph type="body" sz="quarter" idx="17"/>
          </p:nvPr>
        </p:nvSpPr>
        <p:spPr>
          <a:xfrm>
            <a:off x="504000" y="1368000"/>
            <a:ext cx="3874036" cy="3091979"/>
          </a:xfrm>
        </p:spPr>
        <p:txBody>
          <a:bodyPr lIns="9000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 err="1"/>
              <a:t>Klik</a:t>
            </a:r>
            <a:r>
              <a:rPr lang="en-GB" dirty="0"/>
              <a:t> om de </a:t>
            </a:r>
            <a:r>
              <a:rPr lang="en-GB" dirty="0" err="1"/>
              <a:t>modelstijlen</a:t>
            </a:r>
            <a:r>
              <a:rPr lang="en-GB" dirty="0"/>
              <a:t> </a:t>
            </a:r>
            <a:r>
              <a:rPr lang="en-GB" dirty="0" err="1"/>
              <a:t>te</a:t>
            </a:r>
            <a:r>
              <a:rPr lang="en-GB" dirty="0"/>
              <a:t> </a:t>
            </a:r>
            <a:r>
              <a:rPr lang="en-GB" dirty="0" err="1"/>
              <a:t>bewerken</a:t>
            </a:r>
            <a:endParaRPr lang="en-GB" dirty="0"/>
          </a:p>
        </p:txBody>
      </p:sp>
      <p:sp>
        <p:nvSpPr>
          <p:cNvPr id="6" name="Titel 5"/>
          <p:cNvSpPr>
            <a:spLocks noGrp="1"/>
          </p:cNvSpPr>
          <p:nvPr>
            <p:ph type="title" hasCustomPrompt="1"/>
          </p:nvPr>
        </p:nvSpPr>
        <p:spPr>
          <a:xfrm>
            <a:off x="561600" y="169210"/>
            <a:ext cx="3816000" cy="987200"/>
          </a:xfrm>
        </p:spPr>
        <p:txBody>
          <a:bodyPr/>
          <a:lstStyle/>
          <a:p>
            <a:r>
              <a:rPr lang="en-GB"/>
              <a:t>Klik om de stijl te bewerken</a:t>
            </a:r>
            <a:endParaRPr lang="en-GB" dirty="0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pPr algn="r"/>
            <a:fld id="{F25965E0-7062-474C-8671-DB3A3CE669B0}" type="slidenum">
              <a:rPr lang="en-GB" smtClean="0"/>
              <a:pPr algn="r"/>
              <a:t>‹#›</a:t>
            </a:fld>
            <a:endParaRPr lang="en-GB" dirty="0"/>
          </a:p>
        </p:txBody>
      </p:sp>
      <p:sp>
        <p:nvSpPr>
          <p:cNvPr id="8" name="Tijdelijke aanduiding voor afbeelding 24"/>
          <p:cNvSpPr>
            <a:spLocks noGrp="1" noChangeAspect="1"/>
          </p:cNvSpPr>
          <p:nvPr>
            <p:ph type="pic" sz="quarter" idx="16"/>
          </p:nvPr>
        </p:nvSpPr>
        <p:spPr>
          <a:xfrm>
            <a:off x="4607588" y="170100"/>
            <a:ext cx="4284000" cy="4284000"/>
          </a:xfrm>
          <a:prstGeom prst="rect">
            <a:avLst/>
          </a:prstGeom>
          <a:solidFill>
            <a:schemeClr val="accent3"/>
          </a:solidFill>
        </p:spPr>
        <p:txBody>
          <a:bodyPr anchor="ctr"/>
          <a:lstStyle>
            <a:lvl1pPr marL="0" indent="0" algn="ctr">
              <a:buNone/>
              <a:defRPr sz="800"/>
            </a:lvl1pPr>
          </a:lstStyle>
          <a:p>
            <a:pPr lvl="0"/>
            <a:r>
              <a:rPr lang="en-GB" noProof="0" dirty="0" err="1"/>
              <a:t>Klik</a:t>
            </a:r>
            <a:r>
              <a:rPr lang="en-GB" noProof="0" dirty="0"/>
              <a:t> op het pictogram </a:t>
            </a:r>
            <a:r>
              <a:rPr lang="en-GB" noProof="0" dirty="0" err="1"/>
              <a:t>als</a:t>
            </a:r>
            <a:r>
              <a:rPr lang="en-GB" noProof="0" dirty="0"/>
              <a:t> u </a:t>
            </a:r>
            <a:r>
              <a:rPr lang="en-GB" noProof="0" dirty="0" err="1"/>
              <a:t>een</a:t>
            </a:r>
            <a:r>
              <a:rPr lang="en-GB" noProof="0" dirty="0"/>
              <a:t> </a:t>
            </a:r>
            <a:r>
              <a:rPr lang="en-GB" noProof="0" dirty="0" err="1"/>
              <a:t>afbeelding</a:t>
            </a:r>
            <a:r>
              <a:rPr lang="en-GB" noProof="0" dirty="0"/>
              <a:t> wilt </a:t>
            </a:r>
            <a:r>
              <a:rPr lang="en-GB" noProof="0" dirty="0" err="1"/>
              <a:t>toevoegen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41072349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images with text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afbeelding 24"/>
          <p:cNvSpPr>
            <a:spLocks noGrp="1" noChangeAspect="1"/>
          </p:cNvSpPr>
          <p:nvPr>
            <p:ph type="pic" sz="quarter" idx="16"/>
          </p:nvPr>
        </p:nvSpPr>
        <p:spPr>
          <a:xfrm>
            <a:off x="620713" y="1473201"/>
            <a:ext cx="2556000" cy="1980000"/>
          </a:xfrm>
          <a:prstGeom prst="rect">
            <a:avLst/>
          </a:prstGeom>
          <a:solidFill>
            <a:schemeClr val="accent3"/>
          </a:solidFill>
        </p:spPr>
        <p:txBody>
          <a:bodyPr anchor="ctr"/>
          <a:lstStyle>
            <a:lvl1pPr marL="0" indent="0" algn="ctr">
              <a:buNone/>
              <a:defRPr sz="800"/>
            </a:lvl1pPr>
          </a:lstStyle>
          <a:p>
            <a:pPr lvl="0"/>
            <a:r>
              <a:rPr lang="en-GB" noProof="0" dirty="0" err="1"/>
              <a:t>Klik</a:t>
            </a:r>
            <a:r>
              <a:rPr lang="en-GB" noProof="0" dirty="0"/>
              <a:t> op het pictogram </a:t>
            </a:r>
            <a:r>
              <a:rPr lang="en-GB" noProof="0" dirty="0" err="1"/>
              <a:t>als</a:t>
            </a:r>
            <a:r>
              <a:rPr lang="en-GB" noProof="0" dirty="0"/>
              <a:t> u </a:t>
            </a:r>
            <a:r>
              <a:rPr lang="en-GB" noProof="0" dirty="0" err="1"/>
              <a:t>een</a:t>
            </a:r>
            <a:r>
              <a:rPr lang="en-GB" noProof="0" dirty="0"/>
              <a:t> </a:t>
            </a:r>
            <a:r>
              <a:rPr lang="en-GB" noProof="0" dirty="0" err="1"/>
              <a:t>afbeelding</a:t>
            </a:r>
            <a:r>
              <a:rPr lang="en-GB" noProof="0" dirty="0"/>
              <a:t> wilt </a:t>
            </a:r>
            <a:r>
              <a:rPr lang="en-GB" noProof="0" dirty="0" err="1"/>
              <a:t>toevoegen</a:t>
            </a:r>
            <a:endParaRPr lang="en-GB" noProof="0" dirty="0"/>
          </a:p>
        </p:txBody>
      </p:sp>
      <p:sp>
        <p:nvSpPr>
          <p:cNvPr id="4" name="Tijdelijke aanduiding voor afbeelding 24"/>
          <p:cNvSpPr>
            <a:spLocks noGrp="1" noChangeAspect="1"/>
          </p:cNvSpPr>
          <p:nvPr>
            <p:ph type="pic" sz="quarter" idx="17"/>
          </p:nvPr>
        </p:nvSpPr>
        <p:spPr>
          <a:xfrm>
            <a:off x="3478944" y="1473201"/>
            <a:ext cx="2556000" cy="1980000"/>
          </a:xfrm>
          <a:prstGeom prst="rect">
            <a:avLst/>
          </a:prstGeom>
          <a:solidFill>
            <a:schemeClr val="accent3"/>
          </a:solidFill>
        </p:spPr>
        <p:txBody>
          <a:bodyPr anchor="ctr"/>
          <a:lstStyle>
            <a:lvl1pPr marL="0" indent="0" algn="ctr">
              <a:buNone/>
              <a:defRPr sz="800"/>
            </a:lvl1pPr>
          </a:lstStyle>
          <a:p>
            <a:pPr lvl="0"/>
            <a:r>
              <a:rPr lang="en-GB" noProof="0" dirty="0" err="1"/>
              <a:t>Klik</a:t>
            </a:r>
            <a:r>
              <a:rPr lang="en-GB" noProof="0" dirty="0"/>
              <a:t> op het pictogram </a:t>
            </a:r>
            <a:r>
              <a:rPr lang="en-GB" noProof="0" dirty="0" err="1"/>
              <a:t>als</a:t>
            </a:r>
            <a:r>
              <a:rPr lang="en-GB" noProof="0" dirty="0"/>
              <a:t> u </a:t>
            </a:r>
            <a:r>
              <a:rPr lang="en-GB" noProof="0" dirty="0" err="1"/>
              <a:t>een</a:t>
            </a:r>
            <a:r>
              <a:rPr lang="en-GB" noProof="0" dirty="0"/>
              <a:t> </a:t>
            </a:r>
            <a:r>
              <a:rPr lang="en-GB" noProof="0" dirty="0" err="1"/>
              <a:t>afbeelding</a:t>
            </a:r>
            <a:r>
              <a:rPr lang="en-GB" noProof="0" dirty="0"/>
              <a:t> wilt </a:t>
            </a:r>
            <a:r>
              <a:rPr lang="en-GB" noProof="0" dirty="0" err="1"/>
              <a:t>toevoegen</a:t>
            </a:r>
            <a:endParaRPr lang="en-GB" noProof="0" dirty="0"/>
          </a:p>
        </p:txBody>
      </p:sp>
      <p:sp>
        <p:nvSpPr>
          <p:cNvPr id="5" name="Tijdelijke aanduiding voor afbeelding 24"/>
          <p:cNvSpPr>
            <a:spLocks noGrp="1" noChangeAspect="1"/>
          </p:cNvSpPr>
          <p:nvPr>
            <p:ph type="pic" sz="quarter" idx="18"/>
          </p:nvPr>
        </p:nvSpPr>
        <p:spPr>
          <a:xfrm>
            <a:off x="6337175" y="1473201"/>
            <a:ext cx="2556000" cy="1980000"/>
          </a:xfrm>
          <a:prstGeom prst="rect">
            <a:avLst/>
          </a:prstGeom>
          <a:solidFill>
            <a:schemeClr val="accent3"/>
          </a:solidFill>
        </p:spPr>
        <p:txBody>
          <a:bodyPr anchor="ctr"/>
          <a:lstStyle>
            <a:lvl1pPr marL="0" indent="0" algn="ctr">
              <a:buNone/>
              <a:defRPr sz="800"/>
            </a:lvl1pPr>
          </a:lstStyle>
          <a:p>
            <a:pPr lvl="0"/>
            <a:r>
              <a:rPr lang="en-GB" noProof="0" dirty="0" err="1"/>
              <a:t>Klik</a:t>
            </a:r>
            <a:r>
              <a:rPr lang="en-GB" noProof="0" dirty="0"/>
              <a:t> op het pictogram </a:t>
            </a:r>
            <a:r>
              <a:rPr lang="en-GB" noProof="0" dirty="0" err="1"/>
              <a:t>als</a:t>
            </a:r>
            <a:r>
              <a:rPr lang="en-GB" noProof="0" dirty="0"/>
              <a:t> u </a:t>
            </a:r>
            <a:r>
              <a:rPr lang="en-GB" noProof="0" dirty="0" err="1"/>
              <a:t>een</a:t>
            </a:r>
            <a:r>
              <a:rPr lang="en-GB" noProof="0" dirty="0"/>
              <a:t> </a:t>
            </a:r>
            <a:r>
              <a:rPr lang="en-GB" noProof="0" dirty="0" err="1"/>
              <a:t>afbeelding</a:t>
            </a:r>
            <a:r>
              <a:rPr lang="en-GB" noProof="0" dirty="0"/>
              <a:t> wilt </a:t>
            </a:r>
            <a:r>
              <a:rPr lang="en-GB" noProof="0" dirty="0" err="1"/>
              <a:t>toevoegen</a:t>
            </a:r>
            <a:endParaRPr lang="en-GB" noProof="0" dirty="0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pPr algn="r"/>
            <a:fld id="{F25965E0-7062-474C-8671-DB3A3CE669B0}" type="slidenum">
              <a:rPr lang="en-GB" smtClean="0"/>
              <a:pPr algn="r"/>
              <a:t>‹#›</a:t>
            </a:fld>
            <a:endParaRPr lang="en-GB" dirty="0"/>
          </a:p>
        </p:txBody>
      </p:sp>
      <p:sp>
        <p:nvSpPr>
          <p:cNvPr id="14" name="Titel 13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/>
              <a:t>Klik om de stijl te bewerken</a:t>
            </a:r>
            <a:endParaRPr lang="en-GB" dirty="0"/>
          </a:p>
        </p:txBody>
      </p:sp>
      <p:sp>
        <p:nvSpPr>
          <p:cNvPr id="15" name="Tijdelijke aanduiding voor tekst 21"/>
          <p:cNvSpPr>
            <a:spLocks noGrp="1"/>
          </p:cNvSpPr>
          <p:nvPr>
            <p:ph type="body" sz="quarter" idx="20"/>
          </p:nvPr>
        </p:nvSpPr>
        <p:spPr>
          <a:xfrm>
            <a:off x="505856" y="3507017"/>
            <a:ext cx="2673132" cy="955446"/>
          </a:xfrm>
        </p:spPr>
        <p:txBody>
          <a:bodyPr/>
          <a:lstStyle>
            <a:lvl1pPr marL="0" indent="0">
              <a:lnSpc>
                <a:spcPts val="2000"/>
              </a:lnSpc>
              <a:buNone/>
              <a:defRPr sz="1600"/>
            </a:lvl1pPr>
            <a:lvl2pPr marL="696913" indent="0">
              <a:lnSpc>
                <a:spcPts val="2000"/>
              </a:lnSpc>
              <a:buNone/>
              <a:defRPr sz="1600"/>
            </a:lvl2pPr>
            <a:lvl3pPr marL="1560512" indent="0">
              <a:lnSpc>
                <a:spcPts val="2000"/>
              </a:lnSpc>
              <a:buNone/>
              <a:defRPr sz="1600"/>
            </a:lvl3pPr>
            <a:lvl4pPr marL="2332037" indent="0">
              <a:lnSpc>
                <a:spcPts val="2000"/>
              </a:lnSpc>
              <a:buNone/>
              <a:defRPr sz="1600"/>
            </a:lvl4pPr>
            <a:lvl5pPr marL="3052763" indent="0">
              <a:lnSpc>
                <a:spcPts val="2000"/>
              </a:lnSpc>
              <a:buNone/>
              <a:defRPr sz="1600"/>
            </a:lvl5pPr>
          </a:lstStyle>
          <a:p>
            <a:pPr lvl="0"/>
            <a:r>
              <a:rPr lang="en-GB" dirty="0" err="1"/>
              <a:t>Klik</a:t>
            </a:r>
            <a:r>
              <a:rPr lang="en-GB" dirty="0"/>
              <a:t> om de </a:t>
            </a:r>
            <a:r>
              <a:rPr lang="en-GB" dirty="0" err="1"/>
              <a:t>modelstijlen</a:t>
            </a:r>
            <a:r>
              <a:rPr lang="en-GB" dirty="0"/>
              <a:t> </a:t>
            </a:r>
            <a:r>
              <a:rPr lang="en-GB" dirty="0" err="1"/>
              <a:t>te</a:t>
            </a:r>
            <a:r>
              <a:rPr lang="en-GB" dirty="0"/>
              <a:t> </a:t>
            </a:r>
            <a:r>
              <a:rPr lang="en-GB" dirty="0" err="1"/>
              <a:t>bewerken</a:t>
            </a:r>
            <a:endParaRPr lang="en-GB" dirty="0"/>
          </a:p>
        </p:txBody>
      </p:sp>
      <p:sp>
        <p:nvSpPr>
          <p:cNvPr id="17" name="Tijdelijke aanduiding voor tekst 21"/>
          <p:cNvSpPr>
            <a:spLocks noGrp="1"/>
          </p:cNvSpPr>
          <p:nvPr>
            <p:ph type="body" sz="quarter" idx="26"/>
          </p:nvPr>
        </p:nvSpPr>
        <p:spPr>
          <a:xfrm>
            <a:off x="6215589" y="3507854"/>
            <a:ext cx="2673132" cy="955446"/>
          </a:xfrm>
        </p:spPr>
        <p:txBody>
          <a:bodyPr/>
          <a:lstStyle>
            <a:lvl1pPr marL="0" indent="0">
              <a:lnSpc>
                <a:spcPts val="2000"/>
              </a:lnSpc>
              <a:buNone/>
              <a:defRPr sz="1600"/>
            </a:lvl1pPr>
            <a:lvl2pPr marL="696913" indent="0">
              <a:lnSpc>
                <a:spcPts val="2000"/>
              </a:lnSpc>
              <a:buNone/>
              <a:defRPr sz="1600"/>
            </a:lvl2pPr>
            <a:lvl3pPr marL="1560512" indent="0">
              <a:lnSpc>
                <a:spcPts val="2000"/>
              </a:lnSpc>
              <a:buNone/>
              <a:defRPr sz="1600"/>
            </a:lvl3pPr>
            <a:lvl4pPr marL="2332037" indent="0">
              <a:lnSpc>
                <a:spcPts val="2000"/>
              </a:lnSpc>
              <a:buNone/>
              <a:defRPr sz="1600"/>
            </a:lvl4pPr>
            <a:lvl5pPr marL="3052763" indent="0">
              <a:lnSpc>
                <a:spcPts val="2000"/>
              </a:lnSpc>
              <a:buNone/>
              <a:defRPr sz="1600"/>
            </a:lvl5pPr>
          </a:lstStyle>
          <a:p>
            <a:pPr lvl="0"/>
            <a:r>
              <a:rPr lang="en-GB" dirty="0" err="1"/>
              <a:t>Klik</a:t>
            </a:r>
            <a:r>
              <a:rPr lang="en-GB" dirty="0"/>
              <a:t> om de </a:t>
            </a:r>
            <a:r>
              <a:rPr lang="en-GB" dirty="0" err="1"/>
              <a:t>modelstijlen</a:t>
            </a:r>
            <a:r>
              <a:rPr lang="en-GB" dirty="0"/>
              <a:t> </a:t>
            </a:r>
            <a:r>
              <a:rPr lang="en-GB" dirty="0" err="1"/>
              <a:t>te</a:t>
            </a:r>
            <a:r>
              <a:rPr lang="en-GB" dirty="0"/>
              <a:t> </a:t>
            </a:r>
            <a:r>
              <a:rPr lang="en-GB" dirty="0" err="1"/>
              <a:t>bewerken</a:t>
            </a:r>
            <a:endParaRPr lang="en-GB" dirty="0"/>
          </a:p>
        </p:txBody>
      </p:sp>
      <p:sp>
        <p:nvSpPr>
          <p:cNvPr id="18" name="Tijdelijke aanduiding voor tekst 21"/>
          <p:cNvSpPr>
            <a:spLocks noGrp="1"/>
          </p:cNvSpPr>
          <p:nvPr>
            <p:ph type="body" sz="quarter" idx="27"/>
          </p:nvPr>
        </p:nvSpPr>
        <p:spPr>
          <a:xfrm>
            <a:off x="3364454" y="3507854"/>
            <a:ext cx="2673132" cy="955446"/>
          </a:xfrm>
        </p:spPr>
        <p:txBody>
          <a:bodyPr/>
          <a:lstStyle>
            <a:lvl1pPr marL="0" indent="0">
              <a:lnSpc>
                <a:spcPts val="2000"/>
              </a:lnSpc>
              <a:buNone/>
              <a:defRPr sz="1600"/>
            </a:lvl1pPr>
            <a:lvl2pPr marL="696913" indent="0">
              <a:lnSpc>
                <a:spcPts val="2000"/>
              </a:lnSpc>
              <a:buNone/>
              <a:defRPr sz="1600"/>
            </a:lvl2pPr>
            <a:lvl3pPr marL="1560512" indent="0">
              <a:lnSpc>
                <a:spcPts val="2000"/>
              </a:lnSpc>
              <a:buNone/>
              <a:defRPr sz="1600"/>
            </a:lvl3pPr>
            <a:lvl4pPr marL="2332037" indent="0">
              <a:lnSpc>
                <a:spcPts val="2000"/>
              </a:lnSpc>
              <a:buNone/>
              <a:defRPr sz="1600"/>
            </a:lvl4pPr>
            <a:lvl5pPr marL="3052763" indent="0">
              <a:lnSpc>
                <a:spcPts val="2000"/>
              </a:lnSpc>
              <a:buNone/>
              <a:defRPr sz="1600"/>
            </a:lvl5pPr>
          </a:lstStyle>
          <a:p>
            <a:pPr lvl="0"/>
            <a:r>
              <a:rPr lang="en-GB" dirty="0" err="1"/>
              <a:t>Klik</a:t>
            </a:r>
            <a:r>
              <a:rPr lang="en-GB" dirty="0"/>
              <a:t> om de </a:t>
            </a:r>
            <a:r>
              <a:rPr lang="en-GB" dirty="0" err="1"/>
              <a:t>modelstijlen</a:t>
            </a:r>
            <a:r>
              <a:rPr lang="en-GB" dirty="0"/>
              <a:t> </a:t>
            </a:r>
            <a:r>
              <a:rPr lang="en-GB" dirty="0" err="1"/>
              <a:t>te</a:t>
            </a:r>
            <a:r>
              <a:rPr lang="en-GB" dirty="0"/>
              <a:t> </a:t>
            </a:r>
            <a:r>
              <a:rPr lang="en-GB" dirty="0" err="1"/>
              <a:t>bewerken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910310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te with 2 square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afbeelding 24"/>
          <p:cNvSpPr>
            <a:spLocks noGrp="1" noChangeAspect="1"/>
          </p:cNvSpPr>
          <p:nvPr>
            <p:ph type="pic" sz="quarter" idx="16"/>
          </p:nvPr>
        </p:nvSpPr>
        <p:spPr>
          <a:xfrm>
            <a:off x="620713" y="1473201"/>
            <a:ext cx="4059604" cy="2987862"/>
          </a:xfrm>
          <a:prstGeom prst="rect">
            <a:avLst/>
          </a:prstGeom>
          <a:solidFill>
            <a:schemeClr val="accent3"/>
          </a:solidFill>
        </p:spPr>
        <p:txBody>
          <a:bodyPr anchor="ctr"/>
          <a:lstStyle>
            <a:lvl1pPr marL="0" indent="0" algn="ctr">
              <a:buNone/>
              <a:defRPr sz="800"/>
            </a:lvl1pPr>
          </a:lstStyle>
          <a:p>
            <a:pPr lvl="0"/>
            <a:r>
              <a:rPr lang="en-GB" noProof="0" dirty="0" err="1"/>
              <a:t>Klik</a:t>
            </a:r>
            <a:r>
              <a:rPr lang="en-GB" noProof="0" dirty="0"/>
              <a:t> op het pictogram </a:t>
            </a:r>
            <a:r>
              <a:rPr lang="en-GB" noProof="0" dirty="0" err="1"/>
              <a:t>als</a:t>
            </a:r>
            <a:r>
              <a:rPr lang="en-GB" noProof="0" dirty="0"/>
              <a:t> u </a:t>
            </a:r>
            <a:r>
              <a:rPr lang="en-GB" noProof="0" dirty="0" err="1"/>
              <a:t>een</a:t>
            </a:r>
            <a:r>
              <a:rPr lang="en-GB" noProof="0" dirty="0"/>
              <a:t> </a:t>
            </a:r>
            <a:r>
              <a:rPr lang="en-GB" noProof="0" dirty="0" err="1"/>
              <a:t>afbeelding</a:t>
            </a:r>
            <a:r>
              <a:rPr lang="en-GB" noProof="0" dirty="0"/>
              <a:t> wilt </a:t>
            </a:r>
            <a:r>
              <a:rPr lang="en-GB" noProof="0" dirty="0" err="1"/>
              <a:t>toevoegen</a:t>
            </a:r>
            <a:endParaRPr lang="en-GB" noProof="0" dirty="0"/>
          </a:p>
        </p:txBody>
      </p:sp>
      <p:sp>
        <p:nvSpPr>
          <p:cNvPr id="5" name="Tijdelijke aanduiding voor afbeelding 24"/>
          <p:cNvSpPr>
            <a:spLocks noGrp="1" noChangeAspect="1"/>
          </p:cNvSpPr>
          <p:nvPr>
            <p:ph type="pic" sz="quarter" idx="17"/>
          </p:nvPr>
        </p:nvSpPr>
        <p:spPr>
          <a:xfrm>
            <a:off x="4826161" y="1474463"/>
            <a:ext cx="4060800" cy="2988000"/>
          </a:xfrm>
          <a:prstGeom prst="rect">
            <a:avLst/>
          </a:prstGeom>
          <a:solidFill>
            <a:schemeClr val="accent3"/>
          </a:solidFill>
        </p:spPr>
        <p:txBody>
          <a:bodyPr anchor="ctr"/>
          <a:lstStyle>
            <a:lvl1pPr marL="0" indent="0" algn="ctr">
              <a:buNone/>
              <a:defRPr sz="800"/>
            </a:lvl1pPr>
          </a:lstStyle>
          <a:p>
            <a:pPr lvl="0"/>
            <a:r>
              <a:rPr lang="en-GB" noProof="0" dirty="0" err="1"/>
              <a:t>Klik</a:t>
            </a:r>
            <a:r>
              <a:rPr lang="en-GB" noProof="0" dirty="0"/>
              <a:t> op het pictogram </a:t>
            </a:r>
            <a:r>
              <a:rPr lang="en-GB" noProof="0" dirty="0" err="1"/>
              <a:t>als</a:t>
            </a:r>
            <a:r>
              <a:rPr lang="en-GB" noProof="0" dirty="0"/>
              <a:t> u </a:t>
            </a:r>
            <a:r>
              <a:rPr lang="en-GB" noProof="0" dirty="0" err="1"/>
              <a:t>een</a:t>
            </a:r>
            <a:r>
              <a:rPr lang="en-GB" noProof="0" dirty="0"/>
              <a:t> </a:t>
            </a:r>
            <a:r>
              <a:rPr lang="en-GB" noProof="0" dirty="0" err="1"/>
              <a:t>afbeelding</a:t>
            </a:r>
            <a:r>
              <a:rPr lang="en-GB" noProof="0" dirty="0"/>
              <a:t> wilt </a:t>
            </a:r>
            <a:r>
              <a:rPr lang="en-GB" noProof="0" dirty="0" err="1"/>
              <a:t>toevoegen</a:t>
            </a:r>
            <a:endParaRPr lang="en-GB" noProof="0" dirty="0"/>
          </a:p>
        </p:txBody>
      </p:sp>
      <p:sp>
        <p:nvSpPr>
          <p:cNvPr id="6" name="Titel 5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/>
              <a:t>Klik om de stijl te bewerken</a:t>
            </a:r>
            <a:endParaRPr lang="en-GB" dirty="0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pPr algn="r"/>
            <a:fld id="{F25965E0-7062-474C-8671-DB3A3CE669B0}" type="slidenum">
              <a:rPr lang="en-GB" smtClean="0"/>
              <a:pPr algn="r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3262763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larg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/>
              <a:t>Klik om de stijl te bewerken</a:t>
            </a:r>
            <a:endParaRPr lang="en-GB" dirty="0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pPr algn="r"/>
            <a:fld id="{F25965E0-7062-474C-8671-DB3A3CE669B0}" type="slidenum">
              <a:rPr lang="en-GB" smtClean="0"/>
              <a:pPr algn="r"/>
              <a:t>‹#›</a:t>
            </a:fld>
            <a:endParaRPr lang="en-GB" dirty="0"/>
          </a:p>
        </p:txBody>
      </p:sp>
      <p:sp>
        <p:nvSpPr>
          <p:cNvPr id="7" name="Tijdelijke aanduiding voor afbeelding 24"/>
          <p:cNvSpPr>
            <a:spLocks noGrp="1" noChangeAspect="1"/>
          </p:cNvSpPr>
          <p:nvPr>
            <p:ph type="pic" sz="quarter" idx="16"/>
          </p:nvPr>
        </p:nvSpPr>
        <p:spPr>
          <a:xfrm>
            <a:off x="618745" y="1107712"/>
            <a:ext cx="8274430" cy="3348000"/>
          </a:xfrm>
          <a:prstGeom prst="rect">
            <a:avLst/>
          </a:prstGeom>
          <a:solidFill>
            <a:schemeClr val="accent3"/>
          </a:solidFill>
        </p:spPr>
        <p:txBody>
          <a:bodyPr anchor="ctr"/>
          <a:lstStyle>
            <a:lvl1pPr marL="0" indent="0" algn="ctr">
              <a:buNone/>
              <a:defRPr sz="800"/>
            </a:lvl1pPr>
          </a:lstStyle>
          <a:p>
            <a:pPr lvl="0"/>
            <a:r>
              <a:rPr lang="en-GB" noProof="0" dirty="0" err="1"/>
              <a:t>Klik</a:t>
            </a:r>
            <a:r>
              <a:rPr lang="en-GB" noProof="0" dirty="0"/>
              <a:t> op het pictogram </a:t>
            </a:r>
            <a:r>
              <a:rPr lang="en-GB" noProof="0" dirty="0" err="1"/>
              <a:t>als</a:t>
            </a:r>
            <a:r>
              <a:rPr lang="en-GB" noProof="0" dirty="0"/>
              <a:t> u </a:t>
            </a:r>
            <a:r>
              <a:rPr lang="en-GB" noProof="0" dirty="0" err="1"/>
              <a:t>een</a:t>
            </a:r>
            <a:r>
              <a:rPr lang="en-GB" noProof="0" dirty="0"/>
              <a:t> </a:t>
            </a:r>
            <a:r>
              <a:rPr lang="en-GB" noProof="0" dirty="0" err="1"/>
              <a:t>afbeelding</a:t>
            </a:r>
            <a:r>
              <a:rPr lang="en-GB" noProof="0" dirty="0"/>
              <a:t> wilt </a:t>
            </a:r>
            <a:r>
              <a:rPr lang="en-GB" noProof="0" dirty="0" err="1"/>
              <a:t>toevoegen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217801580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rectangular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jdelijke aanduiding voor dianummer 4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pPr algn="r"/>
            <a:fld id="{F25965E0-7062-474C-8671-DB3A3CE669B0}" type="slidenum">
              <a:rPr lang="en-GB" smtClean="0"/>
              <a:pPr algn="r"/>
              <a:t>‹#›</a:t>
            </a:fld>
            <a:endParaRPr lang="en-GB" dirty="0"/>
          </a:p>
        </p:txBody>
      </p:sp>
      <p:sp>
        <p:nvSpPr>
          <p:cNvPr id="6" name="Tijdelijke aanduiding voor afbeelding 24"/>
          <p:cNvSpPr>
            <a:spLocks noGrp="1" noChangeAspect="1"/>
          </p:cNvSpPr>
          <p:nvPr>
            <p:ph type="pic" sz="quarter" idx="16"/>
          </p:nvPr>
        </p:nvSpPr>
        <p:spPr>
          <a:xfrm>
            <a:off x="615950" y="166688"/>
            <a:ext cx="4032000" cy="4290300"/>
          </a:xfrm>
          <a:prstGeom prst="rect">
            <a:avLst/>
          </a:prstGeom>
          <a:solidFill>
            <a:schemeClr val="accent3"/>
          </a:solidFill>
        </p:spPr>
        <p:txBody>
          <a:bodyPr anchor="ctr"/>
          <a:lstStyle>
            <a:lvl1pPr marL="0" indent="0" algn="ctr">
              <a:buNone/>
              <a:defRPr sz="800"/>
            </a:lvl1pPr>
          </a:lstStyle>
          <a:p>
            <a:pPr lvl="0"/>
            <a:r>
              <a:rPr lang="en-GB" noProof="0" dirty="0" err="1"/>
              <a:t>Klik</a:t>
            </a:r>
            <a:r>
              <a:rPr lang="en-GB" noProof="0" dirty="0"/>
              <a:t> op het pictogram </a:t>
            </a:r>
            <a:r>
              <a:rPr lang="en-GB" noProof="0" dirty="0" err="1"/>
              <a:t>als</a:t>
            </a:r>
            <a:r>
              <a:rPr lang="en-GB" noProof="0" dirty="0"/>
              <a:t> u </a:t>
            </a:r>
            <a:r>
              <a:rPr lang="en-GB" noProof="0" dirty="0" err="1"/>
              <a:t>een</a:t>
            </a:r>
            <a:r>
              <a:rPr lang="en-GB" noProof="0" dirty="0"/>
              <a:t> </a:t>
            </a:r>
            <a:r>
              <a:rPr lang="en-GB" noProof="0" dirty="0" err="1"/>
              <a:t>afbeelding</a:t>
            </a:r>
            <a:r>
              <a:rPr lang="en-GB" noProof="0" dirty="0"/>
              <a:t> wilt </a:t>
            </a:r>
            <a:r>
              <a:rPr lang="en-GB" noProof="0" dirty="0" err="1"/>
              <a:t>toevoegen</a:t>
            </a:r>
            <a:endParaRPr lang="en-GB" noProof="0" dirty="0"/>
          </a:p>
        </p:txBody>
      </p:sp>
      <p:sp>
        <p:nvSpPr>
          <p:cNvPr id="7" name="Tijdelijke aanduiding voor afbeelding 24"/>
          <p:cNvSpPr>
            <a:spLocks noGrp="1" noChangeAspect="1"/>
          </p:cNvSpPr>
          <p:nvPr>
            <p:ph type="pic" sz="quarter" idx="17"/>
          </p:nvPr>
        </p:nvSpPr>
        <p:spPr>
          <a:xfrm>
            <a:off x="4859588" y="166688"/>
            <a:ext cx="4032000" cy="4289669"/>
          </a:xfrm>
          <a:prstGeom prst="rect">
            <a:avLst/>
          </a:prstGeom>
          <a:solidFill>
            <a:schemeClr val="accent3"/>
          </a:solidFill>
        </p:spPr>
        <p:txBody>
          <a:bodyPr anchor="ctr"/>
          <a:lstStyle>
            <a:lvl1pPr marL="0" indent="0" algn="ctr">
              <a:buNone/>
              <a:defRPr sz="800"/>
            </a:lvl1pPr>
          </a:lstStyle>
          <a:p>
            <a:pPr lvl="0"/>
            <a:r>
              <a:rPr lang="en-GB" noProof="0" dirty="0" err="1"/>
              <a:t>Klik</a:t>
            </a:r>
            <a:r>
              <a:rPr lang="en-GB" noProof="0" dirty="0"/>
              <a:t> op het pictogram </a:t>
            </a:r>
            <a:r>
              <a:rPr lang="en-GB" noProof="0" dirty="0" err="1"/>
              <a:t>als</a:t>
            </a:r>
            <a:r>
              <a:rPr lang="en-GB" noProof="0" dirty="0"/>
              <a:t> u </a:t>
            </a:r>
            <a:r>
              <a:rPr lang="en-GB" noProof="0" dirty="0" err="1"/>
              <a:t>een</a:t>
            </a:r>
            <a:r>
              <a:rPr lang="en-GB" noProof="0" dirty="0"/>
              <a:t> </a:t>
            </a:r>
            <a:r>
              <a:rPr lang="en-GB" noProof="0" dirty="0" err="1"/>
              <a:t>afbeelding</a:t>
            </a:r>
            <a:r>
              <a:rPr lang="en-GB" noProof="0" dirty="0"/>
              <a:t> wilt </a:t>
            </a:r>
            <a:r>
              <a:rPr lang="en-GB" noProof="0" dirty="0" err="1"/>
              <a:t>toevoegen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27044709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to beeldvull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afbeelding 24"/>
          <p:cNvSpPr>
            <a:spLocks noGrp="1" noChangeAspect="1"/>
          </p:cNvSpPr>
          <p:nvPr>
            <p:ph type="pic" sz="quarter" idx="16"/>
          </p:nvPr>
        </p:nvSpPr>
        <p:spPr bwMode="gray">
          <a:xfrm>
            <a:off x="1" y="0"/>
            <a:ext cx="9143999" cy="5143500"/>
          </a:xfrm>
          <a:prstGeom prst="rect">
            <a:avLst/>
          </a:prstGeom>
          <a:solidFill>
            <a:schemeClr val="accent3"/>
          </a:solidFill>
        </p:spPr>
        <p:txBody>
          <a:bodyPr anchor="ctr"/>
          <a:lstStyle>
            <a:lvl1pPr marL="0" indent="0" algn="ctr">
              <a:buNone/>
              <a:defRPr sz="800"/>
            </a:lvl1pPr>
          </a:lstStyle>
          <a:p>
            <a:pPr lvl="0"/>
            <a:r>
              <a:rPr lang="en-GB" noProof="0" dirty="0" err="1"/>
              <a:t>Klik</a:t>
            </a:r>
            <a:r>
              <a:rPr lang="en-GB" noProof="0" dirty="0"/>
              <a:t> op het pictogram </a:t>
            </a:r>
            <a:r>
              <a:rPr lang="en-GB" noProof="0" dirty="0" err="1"/>
              <a:t>als</a:t>
            </a:r>
            <a:r>
              <a:rPr lang="en-GB" noProof="0" dirty="0"/>
              <a:t> u </a:t>
            </a:r>
            <a:r>
              <a:rPr lang="en-GB" noProof="0" dirty="0" err="1"/>
              <a:t>een</a:t>
            </a:r>
            <a:r>
              <a:rPr lang="en-GB" noProof="0" dirty="0"/>
              <a:t> </a:t>
            </a:r>
            <a:r>
              <a:rPr lang="en-GB" noProof="0" dirty="0" err="1"/>
              <a:t>afbeelding</a:t>
            </a:r>
            <a:r>
              <a:rPr lang="en-GB" noProof="0" dirty="0"/>
              <a:t> wilt </a:t>
            </a:r>
            <a:r>
              <a:rPr lang="en-GB" noProof="0" dirty="0" err="1"/>
              <a:t>toevoegen</a:t>
            </a:r>
            <a:endParaRPr lang="en-GB" noProof="0" dirty="0"/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r"/>
            <a:fld id="{F25965E0-7062-474C-8671-DB3A3CE669B0}" type="slidenum">
              <a:rPr lang="en-GB" smtClean="0"/>
              <a:pPr algn="r"/>
              <a:t>‹#›</a:t>
            </a:fld>
            <a:endParaRPr lang="en-GB" dirty="0"/>
          </a:p>
        </p:txBody>
      </p:sp>
      <p:sp>
        <p:nvSpPr>
          <p:cNvPr id="6" name="Titel 1"/>
          <p:cNvSpPr>
            <a:spLocks noGrp="1"/>
          </p:cNvSpPr>
          <p:nvPr>
            <p:ph type="title" hasCustomPrompt="1"/>
          </p:nvPr>
        </p:nvSpPr>
        <p:spPr bwMode="white">
          <a:xfrm>
            <a:off x="561600" y="172641"/>
            <a:ext cx="8330400" cy="576832"/>
          </a:xfrm>
          <a:noFill/>
          <a:ln w="0">
            <a:gradFill>
              <a:gsLst>
                <a:gs pos="0">
                  <a:schemeClr val="bg1"/>
                </a:gs>
                <a:gs pos="1000">
                  <a:schemeClr val="bg1">
                    <a:alpha val="0"/>
                  </a:schemeClr>
                </a:gs>
                <a:gs pos="99000">
                  <a:srgbClr val="FFFFFF">
                    <a:alpha val="0"/>
                  </a:srgbClr>
                </a:gs>
                <a:gs pos="100000">
                  <a:schemeClr val="bg1"/>
                </a:gs>
              </a:gsLst>
              <a:lin ang="5400000" scaled="0"/>
            </a:gradFill>
          </a:ln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Klik om de stijl te bewerken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2662833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pty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dianumm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r"/>
            <a:fld id="{F25965E0-7062-474C-8671-DB3A3CE669B0}" type="slidenum">
              <a:rPr lang="en-GB" smtClean="0"/>
              <a:pPr algn="r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0158299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grafiek 5"/>
          <p:cNvSpPr>
            <a:spLocks noGrp="1"/>
          </p:cNvSpPr>
          <p:nvPr>
            <p:ph type="chart" sz="quarter" idx="17"/>
          </p:nvPr>
        </p:nvSpPr>
        <p:spPr>
          <a:xfrm>
            <a:off x="498238" y="1365481"/>
            <a:ext cx="8394937" cy="3092400"/>
          </a:xfrm>
          <a:noFill/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5" name="Titel 4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/>
              <a:t>Klik om de stijl te bewerken</a:t>
            </a:r>
            <a:endParaRPr lang="en-GB" dirty="0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pPr algn="r"/>
            <a:fld id="{F25965E0-7062-474C-8671-DB3A3CE669B0}" type="slidenum">
              <a:rPr lang="en-GB" smtClean="0"/>
              <a:pPr algn="r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6137738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jdelijke aanduiding voor tabel 4"/>
          <p:cNvSpPr>
            <a:spLocks noGrp="1"/>
          </p:cNvSpPr>
          <p:nvPr>
            <p:ph type="tbl" sz="quarter" idx="10"/>
          </p:nvPr>
        </p:nvSpPr>
        <p:spPr>
          <a:xfrm>
            <a:off x="620713" y="1473200"/>
            <a:ext cx="8272462" cy="2989264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4" name="Titel 3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/>
              <a:t>Klik om de stijl te bewerken</a:t>
            </a:r>
            <a:endParaRPr lang="en-GB" dirty="0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algn="r"/>
            <a:fld id="{F25965E0-7062-474C-8671-DB3A3CE669B0}" type="slidenum">
              <a:rPr lang="en-GB" smtClean="0"/>
              <a:pPr algn="r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6933712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with circl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jdelijke aanduiding voor afbeelding 24"/>
          <p:cNvSpPr>
            <a:spLocks noGrp="1" noChangeAspect="1"/>
          </p:cNvSpPr>
          <p:nvPr>
            <p:ph type="pic" sz="quarter" idx="16"/>
          </p:nvPr>
        </p:nvSpPr>
        <p:spPr>
          <a:xfrm>
            <a:off x="4598375" y="168357"/>
            <a:ext cx="4294800" cy="4294105"/>
          </a:xfrm>
          <a:prstGeom prst="ellipse">
            <a:avLst/>
          </a:prstGeom>
          <a:solidFill>
            <a:schemeClr val="accent3"/>
          </a:solidFill>
        </p:spPr>
        <p:txBody>
          <a:bodyPr anchor="ctr"/>
          <a:lstStyle>
            <a:lvl1pPr marL="0" indent="0" algn="ctr">
              <a:buNone/>
              <a:defRPr sz="800"/>
            </a:lvl1pPr>
          </a:lstStyle>
          <a:p>
            <a:pPr lvl="0"/>
            <a:r>
              <a:rPr lang="en-GB" noProof="0" dirty="0" err="1"/>
              <a:t>Klik</a:t>
            </a:r>
            <a:r>
              <a:rPr lang="en-GB" noProof="0" dirty="0"/>
              <a:t> op het pictogram </a:t>
            </a:r>
            <a:r>
              <a:rPr lang="en-GB" noProof="0" dirty="0" err="1"/>
              <a:t>als</a:t>
            </a:r>
            <a:r>
              <a:rPr lang="en-GB" noProof="0" dirty="0"/>
              <a:t> u </a:t>
            </a:r>
            <a:r>
              <a:rPr lang="en-GB" noProof="0" dirty="0" err="1"/>
              <a:t>een</a:t>
            </a:r>
            <a:r>
              <a:rPr lang="en-GB" noProof="0" dirty="0"/>
              <a:t> </a:t>
            </a:r>
            <a:r>
              <a:rPr lang="en-GB" noProof="0" dirty="0" err="1"/>
              <a:t>afbeelding</a:t>
            </a:r>
            <a:r>
              <a:rPr lang="en-GB" noProof="0" dirty="0"/>
              <a:t> wilt </a:t>
            </a:r>
            <a:r>
              <a:rPr lang="en-GB" noProof="0" dirty="0" err="1"/>
              <a:t>toevoegen</a:t>
            </a:r>
            <a:endParaRPr lang="en-GB" noProof="0" dirty="0"/>
          </a:p>
        </p:txBody>
      </p:sp>
      <p:sp>
        <p:nvSpPr>
          <p:cNvPr id="4" name="Titel 3"/>
          <p:cNvSpPr>
            <a:spLocks noGrp="1"/>
          </p:cNvSpPr>
          <p:nvPr>
            <p:ph type="title" hasCustomPrompt="1"/>
          </p:nvPr>
        </p:nvSpPr>
        <p:spPr>
          <a:xfrm>
            <a:off x="561600" y="169210"/>
            <a:ext cx="3816000" cy="987200"/>
          </a:xfrm>
        </p:spPr>
        <p:txBody>
          <a:bodyPr/>
          <a:lstStyle/>
          <a:p>
            <a:r>
              <a:rPr lang="en-GB"/>
              <a:t>Klik om de stijl te bewerken</a:t>
            </a:r>
            <a:endParaRPr lang="en-GB" dirty="0"/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pPr algn="r"/>
            <a:fld id="{F25965E0-7062-474C-8671-DB3A3CE669B0}" type="slidenum">
              <a:rPr lang="en-GB" smtClean="0"/>
              <a:pPr algn="r"/>
              <a:t>‹#›</a:t>
            </a:fld>
            <a:endParaRPr lang="en-GB" dirty="0"/>
          </a:p>
        </p:txBody>
      </p:sp>
      <p:sp>
        <p:nvSpPr>
          <p:cNvPr id="6" name="Tijdelijke aanduiding voor afbeelding 24"/>
          <p:cNvSpPr>
            <a:spLocks noGrp="1"/>
          </p:cNvSpPr>
          <p:nvPr>
            <p:ph type="pic" sz="quarter" idx="19" hasCustomPrompt="1"/>
          </p:nvPr>
        </p:nvSpPr>
        <p:spPr>
          <a:xfrm>
            <a:off x="2293449" y="4594924"/>
            <a:ext cx="1116000" cy="455707"/>
          </a:xfrm>
          <a:prstGeom prst="rect">
            <a:avLst/>
          </a:prstGeom>
          <a:solidFill>
            <a:schemeClr val="accent3"/>
          </a:solidFill>
        </p:spPr>
        <p:txBody>
          <a:bodyPr anchor="ctr"/>
          <a:lstStyle>
            <a:lvl1pPr marL="0" indent="0" algn="l">
              <a:lnSpc>
                <a:spcPts val="1000"/>
              </a:lnSpc>
              <a:spcBef>
                <a:spcPts val="0"/>
              </a:spcBef>
              <a:buNone/>
              <a:defRPr sz="600"/>
            </a:lvl1pPr>
          </a:lstStyle>
          <a:p>
            <a:pPr lvl="0"/>
            <a:r>
              <a:rPr lang="en-GB" noProof="0" dirty="0" err="1"/>
              <a:t>Klik</a:t>
            </a:r>
            <a:r>
              <a:rPr lang="en-GB" noProof="0" dirty="0"/>
              <a:t> op het pictogram </a:t>
            </a:r>
            <a:r>
              <a:rPr lang="en-GB" noProof="0" dirty="0" err="1"/>
              <a:t>als</a:t>
            </a:r>
            <a:r>
              <a:rPr lang="en-GB" noProof="0" dirty="0"/>
              <a:t> u </a:t>
            </a:r>
            <a:r>
              <a:rPr lang="en-GB" noProof="0" dirty="0" err="1"/>
              <a:t>een</a:t>
            </a:r>
            <a:r>
              <a:rPr lang="en-GB" noProof="0" dirty="0"/>
              <a:t> logo wilt </a:t>
            </a:r>
            <a:r>
              <a:rPr lang="en-GB" noProof="0" dirty="0" err="1"/>
              <a:t>toevoegen</a:t>
            </a:r>
            <a:endParaRPr lang="en-GB" noProof="0" dirty="0"/>
          </a:p>
        </p:txBody>
      </p:sp>
      <p:sp>
        <p:nvSpPr>
          <p:cNvPr id="9" name="Tijdelijke aanduiding voor afbeelding 24"/>
          <p:cNvSpPr>
            <a:spLocks noGrp="1"/>
          </p:cNvSpPr>
          <p:nvPr>
            <p:ph type="pic" sz="quarter" idx="24" hasCustomPrompt="1"/>
          </p:nvPr>
        </p:nvSpPr>
        <p:spPr>
          <a:xfrm>
            <a:off x="3643126" y="4594924"/>
            <a:ext cx="1116000" cy="455707"/>
          </a:xfrm>
          <a:prstGeom prst="rect">
            <a:avLst/>
          </a:prstGeom>
          <a:solidFill>
            <a:schemeClr val="accent3"/>
          </a:solidFill>
        </p:spPr>
        <p:txBody>
          <a:bodyPr anchor="ctr"/>
          <a:lstStyle>
            <a:lvl1pPr marL="0" indent="0" algn="l">
              <a:lnSpc>
                <a:spcPts val="1000"/>
              </a:lnSpc>
              <a:spcBef>
                <a:spcPts val="0"/>
              </a:spcBef>
              <a:buNone/>
              <a:defRPr sz="600"/>
            </a:lvl1pPr>
          </a:lstStyle>
          <a:p>
            <a:pPr lvl="0"/>
            <a:r>
              <a:rPr lang="en-GB" noProof="0" dirty="0" err="1"/>
              <a:t>Klik</a:t>
            </a:r>
            <a:r>
              <a:rPr lang="en-GB" noProof="0" dirty="0"/>
              <a:t> op het pictogram </a:t>
            </a:r>
            <a:r>
              <a:rPr lang="en-GB" noProof="0" dirty="0" err="1"/>
              <a:t>als</a:t>
            </a:r>
            <a:r>
              <a:rPr lang="en-GB" noProof="0" dirty="0"/>
              <a:t> u </a:t>
            </a:r>
            <a:r>
              <a:rPr lang="en-GB" noProof="0" dirty="0" err="1"/>
              <a:t>een</a:t>
            </a:r>
            <a:r>
              <a:rPr lang="en-GB" noProof="0" dirty="0"/>
              <a:t> logo wilt </a:t>
            </a:r>
            <a:r>
              <a:rPr lang="en-GB" noProof="0" dirty="0" err="1"/>
              <a:t>toevoegen</a:t>
            </a:r>
            <a:endParaRPr lang="en-GB" noProof="0" dirty="0"/>
          </a:p>
        </p:txBody>
      </p:sp>
      <p:sp>
        <p:nvSpPr>
          <p:cNvPr id="10" name="Tijdelijke aanduiding voor afbeelding 24"/>
          <p:cNvSpPr>
            <a:spLocks noGrp="1"/>
          </p:cNvSpPr>
          <p:nvPr>
            <p:ph type="pic" sz="quarter" idx="25" hasCustomPrompt="1"/>
          </p:nvPr>
        </p:nvSpPr>
        <p:spPr>
          <a:xfrm>
            <a:off x="4992803" y="4594924"/>
            <a:ext cx="1116000" cy="455707"/>
          </a:xfrm>
          <a:prstGeom prst="rect">
            <a:avLst/>
          </a:prstGeom>
          <a:solidFill>
            <a:schemeClr val="accent3"/>
          </a:solidFill>
        </p:spPr>
        <p:txBody>
          <a:bodyPr anchor="ctr"/>
          <a:lstStyle>
            <a:lvl1pPr marL="0" indent="0" algn="l">
              <a:lnSpc>
                <a:spcPts val="1000"/>
              </a:lnSpc>
              <a:spcBef>
                <a:spcPts val="0"/>
              </a:spcBef>
              <a:buNone/>
              <a:defRPr sz="600"/>
            </a:lvl1pPr>
          </a:lstStyle>
          <a:p>
            <a:pPr lvl="0"/>
            <a:r>
              <a:rPr lang="en-GB" noProof="0" dirty="0" err="1"/>
              <a:t>Klik</a:t>
            </a:r>
            <a:r>
              <a:rPr lang="en-GB" noProof="0" dirty="0"/>
              <a:t> op het pictogram </a:t>
            </a:r>
            <a:r>
              <a:rPr lang="en-GB" noProof="0" dirty="0" err="1"/>
              <a:t>als</a:t>
            </a:r>
            <a:r>
              <a:rPr lang="en-GB" noProof="0" dirty="0"/>
              <a:t> u </a:t>
            </a:r>
            <a:r>
              <a:rPr lang="en-GB" noProof="0" dirty="0" err="1"/>
              <a:t>een</a:t>
            </a:r>
            <a:r>
              <a:rPr lang="en-GB" noProof="0" dirty="0"/>
              <a:t> logo wilt </a:t>
            </a:r>
            <a:r>
              <a:rPr lang="en-GB" noProof="0" dirty="0" err="1"/>
              <a:t>toevoegen</a:t>
            </a:r>
            <a:endParaRPr lang="en-GB" noProof="0" dirty="0"/>
          </a:p>
        </p:txBody>
      </p:sp>
      <p:sp>
        <p:nvSpPr>
          <p:cNvPr id="11" name="Tijdelijke aanduiding voor afbeelding 24"/>
          <p:cNvSpPr>
            <a:spLocks noGrp="1"/>
          </p:cNvSpPr>
          <p:nvPr>
            <p:ph type="pic" sz="quarter" idx="26" hasCustomPrompt="1"/>
          </p:nvPr>
        </p:nvSpPr>
        <p:spPr>
          <a:xfrm>
            <a:off x="6342480" y="4594924"/>
            <a:ext cx="1116000" cy="455707"/>
          </a:xfrm>
          <a:prstGeom prst="rect">
            <a:avLst/>
          </a:prstGeom>
          <a:solidFill>
            <a:schemeClr val="accent3"/>
          </a:solidFill>
        </p:spPr>
        <p:txBody>
          <a:bodyPr anchor="ctr"/>
          <a:lstStyle>
            <a:lvl1pPr marL="0" indent="0" algn="l">
              <a:lnSpc>
                <a:spcPts val="1000"/>
              </a:lnSpc>
              <a:spcBef>
                <a:spcPts val="0"/>
              </a:spcBef>
              <a:buNone/>
              <a:defRPr sz="600"/>
            </a:lvl1pPr>
          </a:lstStyle>
          <a:p>
            <a:pPr lvl="0"/>
            <a:r>
              <a:rPr lang="en-GB" noProof="0" dirty="0" err="1"/>
              <a:t>Klik</a:t>
            </a:r>
            <a:r>
              <a:rPr lang="en-GB" noProof="0" dirty="0"/>
              <a:t> op het pictogram </a:t>
            </a:r>
            <a:r>
              <a:rPr lang="en-GB" noProof="0" dirty="0" err="1"/>
              <a:t>als</a:t>
            </a:r>
            <a:r>
              <a:rPr lang="en-GB" noProof="0" dirty="0"/>
              <a:t> u </a:t>
            </a:r>
            <a:r>
              <a:rPr lang="en-GB" noProof="0" dirty="0" err="1"/>
              <a:t>een</a:t>
            </a:r>
            <a:r>
              <a:rPr lang="en-GB" noProof="0" dirty="0"/>
              <a:t> logo wilt </a:t>
            </a:r>
            <a:r>
              <a:rPr lang="en-GB" noProof="0" dirty="0" err="1"/>
              <a:t>toevoegen</a:t>
            </a:r>
            <a:endParaRPr lang="en-GB" noProof="0" dirty="0"/>
          </a:p>
        </p:txBody>
      </p:sp>
      <p:sp>
        <p:nvSpPr>
          <p:cNvPr id="12" name="Tijdelijke aanduiding voor tekst 4"/>
          <p:cNvSpPr>
            <a:spLocks noGrp="1"/>
          </p:cNvSpPr>
          <p:nvPr>
            <p:ph type="body" sz="quarter" idx="17"/>
          </p:nvPr>
        </p:nvSpPr>
        <p:spPr>
          <a:xfrm>
            <a:off x="504000" y="1368000"/>
            <a:ext cx="3874036" cy="3091979"/>
          </a:xfrm>
        </p:spPr>
        <p:txBody>
          <a:bodyPr lIns="9000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 err="1"/>
              <a:t>Klik</a:t>
            </a:r>
            <a:r>
              <a:rPr lang="en-GB" dirty="0"/>
              <a:t> om de </a:t>
            </a:r>
            <a:r>
              <a:rPr lang="en-GB" dirty="0" err="1"/>
              <a:t>modelstijlen</a:t>
            </a:r>
            <a:r>
              <a:rPr lang="en-GB" dirty="0"/>
              <a:t> </a:t>
            </a:r>
            <a:r>
              <a:rPr lang="en-GB" dirty="0" err="1"/>
              <a:t>te</a:t>
            </a:r>
            <a:r>
              <a:rPr lang="en-GB" dirty="0"/>
              <a:t> </a:t>
            </a:r>
            <a:r>
              <a:rPr lang="en-GB" dirty="0" err="1"/>
              <a:t>bewerken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0345079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with multiple logo'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/>
          <p:cNvSpPr>
            <a:spLocks noGrp="1"/>
          </p:cNvSpPr>
          <p:nvPr>
            <p:ph type="title" hasCustomPrompt="1"/>
          </p:nvPr>
        </p:nvSpPr>
        <p:spPr>
          <a:xfrm>
            <a:off x="561600" y="169210"/>
            <a:ext cx="3816000" cy="987200"/>
          </a:xfrm>
        </p:spPr>
        <p:txBody>
          <a:bodyPr/>
          <a:lstStyle/>
          <a:p>
            <a:r>
              <a:rPr lang="en-GB"/>
              <a:t>Klik om de stijl te bewerken</a:t>
            </a:r>
            <a:endParaRPr lang="en-GB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pPr algn="r"/>
            <a:fld id="{F25965E0-7062-474C-8671-DB3A3CE669B0}" type="slidenum">
              <a:rPr lang="en-GB" smtClean="0"/>
              <a:pPr algn="r"/>
              <a:t>‹#›</a:t>
            </a:fld>
            <a:endParaRPr lang="en-GB" dirty="0"/>
          </a:p>
        </p:txBody>
      </p:sp>
      <p:sp>
        <p:nvSpPr>
          <p:cNvPr id="10" name="Tijdelijke aanduiding voor afbeelding 24"/>
          <p:cNvSpPr>
            <a:spLocks noGrp="1" noChangeAspect="1"/>
          </p:cNvSpPr>
          <p:nvPr>
            <p:ph type="pic" sz="quarter" idx="16"/>
          </p:nvPr>
        </p:nvSpPr>
        <p:spPr>
          <a:xfrm>
            <a:off x="4598375" y="168357"/>
            <a:ext cx="4294800" cy="4294105"/>
          </a:xfrm>
          <a:prstGeom prst="ellipse">
            <a:avLst/>
          </a:prstGeom>
          <a:solidFill>
            <a:schemeClr val="accent3"/>
          </a:solidFill>
        </p:spPr>
        <p:txBody>
          <a:bodyPr anchor="ctr"/>
          <a:lstStyle>
            <a:lvl1pPr marL="0" indent="0" algn="ctr">
              <a:buNone/>
              <a:defRPr sz="800"/>
            </a:lvl1pPr>
          </a:lstStyle>
          <a:p>
            <a:pPr lvl="0"/>
            <a:r>
              <a:rPr lang="en-GB" noProof="0" dirty="0" err="1"/>
              <a:t>Klik</a:t>
            </a:r>
            <a:r>
              <a:rPr lang="en-GB" noProof="0" dirty="0"/>
              <a:t> op het pictogram </a:t>
            </a:r>
            <a:r>
              <a:rPr lang="en-GB" noProof="0" dirty="0" err="1"/>
              <a:t>als</a:t>
            </a:r>
            <a:r>
              <a:rPr lang="en-GB" noProof="0" dirty="0"/>
              <a:t> u </a:t>
            </a:r>
            <a:r>
              <a:rPr lang="en-GB" noProof="0" dirty="0" err="1"/>
              <a:t>een</a:t>
            </a:r>
            <a:r>
              <a:rPr lang="en-GB" noProof="0" dirty="0"/>
              <a:t> </a:t>
            </a:r>
            <a:r>
              <a:rPr lang="en-GB" noProof="0" dirty="0" err="1"/>
              <a:t>afbeelding</a:t>
            </a:r>
            <a:r>
              <a:rPr lang="en-GB" noProof="0" dirty="0"/>
              <a:t> wilt </a:t>
            </a:r>
            <a:r>
              <a:rPr lang="en-GB" noProof="0" dirty="0" err="1"/>
              <a:t>toevoegen</a:t>
            </a:r>
            <a:endParaRPr lang="en-GB" noProof="0" dirty="0"/>
          </a:p>
        </p:txBody>
      </p:sp>
      <p:sp>
        <p:nvSpPr>
          <p:cNvPr id="11" name="Tijdelijke aanduiding voor tekst 4"/>
          <p:cNvSpPr>
            <a:spLocks noGrp="1"/>
          </p:cNvSpPr>
          <p:nvPr>
            <p:ph type="body" sz="quarter" idx="17"/>
          </p:nvPr>
        </p:nvSpPr>
        <p:spPr>
          <a:xfrm>
            <a:off x="504000" y="1368000"/>
            <a:ext cx="3874036" cy="3091979"/>
          </a:xfrm>
        </p:spPr>
        <p:txBody>
          <a:bodyPr lIns="9000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 err="1"/>
              <a:t>Klik</a:t>
            </a:r>
            <a:r>
              <a:rPr lang="en-GB" dirty="0"/>
              <a:t> om de </a:t>
            </a:r>
            <a:r>
              <a:rPr lang="en-GB" dirty="0" err="1"/>
              <a:t>modelstijlen</a:t>
            </a:r>
            <a:r>
              <a:rPr lang="en-GB" dirty="0"/>
              <a:t> </a:t>
            </a:r>
            <a:r>
              <a:rPr lang="en-GB" dirty="0" err="1"/>
              <a:t>te</a:t>
            </a:r>
            <a:r>
              <a:rPr lang="en-GB" dirty="0"/>
              <a:t> </a:t>
            </a:r>
            <a:r>
              <a:rPr lang="en-GB" dirty="0" err="1"/>
              <a:t>bewerken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112640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blipFill>
          <a:blip r:embed="rId2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jdelijke aanduiding voor titel 1"/>
          <p:cNvSpPr>
            <a:spLocks noGrp="1"/>
          </p:cNvSpPr>
          <p:nvPr>
            <p:ph type="title"/>
          </p:nvPr>
        </p:nvSpPr>
        <p:spPr bwMode="auto">
          <a:xfrm>
            <a:off x="561600" y="169210"/>
            <a:ext cx="8330400" cy="576832"/>
          </a:xfrm>
          <a:prstGeom prst="rect">
            <a:avLst/>
          </a:prstGeom>
          <a:noFill/>
          <a:ln w="0">
            <a:gradFill>
              <a:gsLst>
                <a:gs pos="0">
                  <a:schemeClr val="tx1"/>
                </a:gs>
                <a:gs pos="1000">
                  <a:schemeClr val="tx1">
                    <a:alpha val="0"/>
                  </a:schemeClr>
                </a:gs>
                <a:gs pos="99000">
                  <a:srgbClr val="005172">
                    <a:alpha val="0"/>
                  </a:srgbClr>
                </a:gs>
                <a:gs pos="100000">
                  <a:schemeClr val="tx1"/>
                </a:gs>
              </a:gsLst>
              <a:lin ang="5400000" scaled="0"/>
            </a:gradFill>
          </a:ln>
        </p:spPr>
        <p:txBody>
          <a:bodyPr vert="horz" wrap="square" lIns="18000" tIns="18000" rIns="91440" bIns="18000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GB" dirty="0" err="1"/>
              <a:t>Klik</a:t>
            </a:r>
            <a:r>
              <a:rPr lang="en-GB" dirty="0"/>
              <a:t> om de </a:t>
            </a:r>
            <a:r>
              <a:rPr lang="en-GB" dirty="0" err="1"/>
              <a:t>stijl</a:t>
            </a:r>
            <a:r>
              <a:rPr lang="en-GB" dirty="0"/>
              <a:t> </a:t>
            </a:r>
            <a:r>
              <a:rPr lang="en-GB" dirty="0" err="1"/>
              <a:t>te</a:t>
            </a:r>
            <a:r>
              <a:rPr lang="en-GB" dirty="0"/>
              <a:t> </a:t>
            </a:r>
            <a:r>
              <a:rPr lang="en-GB" dirty="0" err="1"/>
              <a:t>bewerken</a:t>
            </a:r>
            <a:endParaRPr lang="en-GB" dirty="0"/>
          </a:p>
        </p:txBody>
      </p:sp>
      <p:sp>
        <p:nvSpPr>
          <p:cNvPr id="1028" name="Tijdelijke aanduiding voor tekst 23"/>
          <p:cNvSpPr>
            <a:spLocks noGrp="1"/>
          </p:cNvSpPr>
          <p:nvPr>
            <p:ph type="body" idx="1"/>
          </p:nvPr>
        </p:nvSpPr>
        <p:spPr bwMode="auto">
          <a:xfrm>
            <a:off x="501567" y="1368000"/>
            <a:ext cx="8391607" cy="309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dirty="0" err="1"/>
              <a:t>Klik</a:t>
            </a:r>
            <a:r>
              <a:rPr lang="en-GB" dirty="0"/>
              <a:t> om de </a:t>
            </a:r>
            <a:r>
              <a:rPr lang="en-GB" dirty="0" err="1"/>
              <a:t>modelstijlen</a:t>
            </a:r>
            <a:r>
              <a:rPr lang="en-GB" dirty="0"/>
              <a:t> </a:t>
            </a:r>
            <a:r>
              <a:rPr lang="en-GB" dirty="0" err="1"/>
              <a:t>te</a:t>
            </a:r>
            <a:r>
              <a:rPr lang="en-GB" dirty="0"/>
              <a:t> </a:t>
            </a:r>
            <a:r>
              <a:rPr lang="en-GB" dirty="0" err="1"/>
              <a:t>bewerken</a:t>
            </a:r>
            <a:endParaRPr lang="en-GB" dirty="0"/>
          </a:p>
          <a:p>
            <a:pPr lvl="1"/>
            <a:r>
              <a:rPr lang="en-GB" dirty="0" err="1"/>
              <a:t>Tweede</a:t>
            </a:r>
            <a:r>
              <a:rPr lang="en-GB" dirty="0"/>
              <a:t> </a:t>
            </a:r>
            <a:r>
              <a:rPr lang="en-GB" dirty="0" err="1"/>
              <a:t>niveau</a:t>
            </a:r>
            <a:endParaRPr lang="en-GB" dirty="0"/>
          </a:p>
          <a:p>
            <a:pPr lvl="2"/>
            <a:r>
              <a:rPr lang="en-GB" dirty="0" err="1"/>
              <a:t>Derde</a:t>
            </a:r>
            <a:r>
              <a:rPr lang="en-GB" dirty="0"/>
              <a:t> </a:t>
            </a:r>
            <a:r>
              <a:rPr lang="en-GB" dirty="0" err="1"/>
              <a:t>niveau</a:t>
            </a:r>
            <a:endParaRPr lang="en-GB" dirty="0"/>
          </a:p>
          <a:p>
            <a:pPr lvl="3"/>
            <a:r>
              <a:rPr lang="en-GB" dirty="0" err="1"/>
              <a:t>Vierde</a:t>
            </a:r>
            <a:r>
              <a:rPr lang="en-GB" dirty="0"/>
              <a:t> </a:t>
            </a:r>
            <a:r>
              <a:rPr lang="en-GB" dirty="0" err="1"/>
              <a:t>niveau</a:t>
            </a:r>
            <a:endParaRPr lang="en-GB" dirty="0"/>
          </a:p>
          <a:p>
            <a:pPr lvl="4"/>
            <a:r>
              <a:rPr lang="en-GB" dirty="0" err="1"/>
              <a:t>Vijfde</a:t>
            </a:r>
            <a:r>
              <a:rPr lang="en-GB" dirty="0"/>
              <a:t> </a:t>
            </a:r>
            <a:r>
              <a:rPr lang="en-GB" dirty="0" err="1"/>
              <a:t>niveau</a:t>
            </a:r>
            <a:endParaRPr lang="en-GB" dirty="0"/>
          </a:p>
          <a:p>
            <a:pPr lvl="4"/>
            <a:endParaRPr lang="en-GB" dirty="0"/>
          </a:p>
        </p:txBody>
      </p:sp>
      <p:sp>
        <p:nvSpPr>
          <p:cNvPr id="4" name="Tijdelijke aanduiding voor dianummer 1"/>
          <p:cNvSpPr>
            <a:spLocks noGrp="1"/>
          </p:cNvSpPr>
          <p:nvPr>
            <p:ph type="sldNum" sz="quarter" idx="4"/>
          </p:nvPr>
        </p:nvSpPr>
        <p:spPr>
          <a:xfrm>
            <a:off x="8463600" y="4773600"/>
            <a:ext cx="468000" cy="123188"/>
          </a:xfrm>
          <a:prstGeom prst="rect">
            <a:avLst/>
          </a:prstGeom>
          <a:noFill/>
        </p:spPr>
        <p:txBody>
          <a:bodyPr wrap="square" tIns="0" rIns="36000" bIns="0" rtlCol="0">
            <a:noAutofit/>
          </a:bodyPr>
          <a:lstStyle>
            <a:lvl1pPr>
              <a:lnSpc>
                <a:spcPts val="900"/>
              </a:lnSpc>
              <a:defRPr lang="nl-NL" sz="800" smtClean="0">
                <a:latin typeface="Verdana" pitchFamily="34" charset="0"/>
              </a:defRPr>
            </a:lvl1pPr>
          </a:lstStyle>
          <a:p>
            <a:pPr algn="r"/>
            <a:fld id="{F25965E0-7062-474C-8671-DB3A3CE669B0}" type="slidenum">
              <a:rPr lang="en-GB" smtClean="0"/>
              <a:pPr algn="r"/>
              <a:t>‹#›</a:t>
            </a:fld>
            <a:endParaRPr lang="en-GB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4F06FEF-8DC2-4AA0-9F0F-BDAF6C0CA66D}"/>
              </a:ext>
            </a:extLst>
          </p:cNvPr>
          <p:cNvPicPr>
            <a:picLocks/>
          </p:cNvPicPr>
          <p:nvPr userDrawn="1"/>
        </p:nvPicPr>
        <p:blipFill>
          <a:blip r:embed="rId2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0" y="0"/>
            <a:ext cx="9144000" cy="51435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67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68" r:id="rId8"/>
    <p:sldLayoutId id="2147483664" r:id="rId9"/>
    <p:sldLayoutId id="2147483653" r:id="rId10"/>
    <p:sldLayoutId id="2147483655" r:id="rId11"/>
    <p:sldLayoutId id="2147483656" r:id="rId12"/>
    <p:sldLayoutId id="2147483657" r:id="rId13"/>
    <p:sldLayoutId id="2147483659" r:id="rId14"/>
    <p:sldLayoutId id="2147483660" r:id="rId15"/>
    <p:sldLayoutId id="2147483661" r:id="rId16"/>
    <p:sldLayoutId id="2147483663" r:id="rId17"/>
    <p:sldLayoutId id="2147483665" r:id="rId18"/>
    <p:sldLayoutId id="2147483654" r:id="rId19"/>
    <p:sldLayoutId id="2147483666" r:id="rId20"/>
  </p:sldLayoutIdLst>
  <p:hf hdr="0" ftr="0" dt="0"/>
  <p:txStyles>
    <p:titleStyle>
      <a:lvl1pPr algn="l" rtl="0" fontAlgn="base">
        <a:lnSpc>
          <a:spcPts val="3200"/>
        </a:lnSpc>
        <a:spcBef>
          <a:spcPct val="0"/>
        </a:spcBef>
        <a:spcAft>
          <a:spcPct val="0"/>
        </a:spcAft>
        <a:defRPr sz="2600" kern="1200">
          <a:solidFill>
            <a:schemeClr val="bg2"/>
          </a:solidFill>
          <a:latin typeface="Verdana" pitchFamily="34" charset="0"/>
          <a:ea typeface="+mj-ea"/>
          <a:cs typeface="+mj-cs"/>
        </a:defRPr>
      </a:lvl1pPr>
      <a:lvl2pPr algn="l" rtl="0" fontAlgn="base">
        <a:lnSpc>
          <a:spcPts val="4000"/>
        </a:lnSpc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Verdana" pitchFamily="34" charset="0"/>
        </a:defRPr>
      </a:lvl2pPr>
      <a:lvl3pPr algn="l" rtl="0" fontAlgn="base">
        <a:lnSpc>
          <a:spcPts val="4000"/>
        </a:lnSpc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Verdana" pitchFamily="34" charset="0"/>
        </a:defRPr>
      </a:lvl3pPr>
      <a:lvl4pPr algn="l" rtl="0" fontAlgn="base">
        <a:lnSpc>
          <a:spcPts val="4000"/>
        </a:lnSpc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Verdana" pitchFamily="34" charset="0"/>
        </a:defRPr>
      </a:lvl4pPr>
      <a:lvl5pPr algn="l" rtl="0" fontAlgn="base">
        <a:lnSpc>
          <a:spcPts val="4000"/>
        </a:lnSpc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Verdana" pitchFamily="34" charset="0"/>
        </a:defRPr>
      </a:lvl5pPr>
      <a:lvl6pPr marL="457200" algn="l" rtl="0" fontAlgn="base">
        <a:lnSpc>
          <a:spcPts val="4000"/>
        </a:lnSpc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Verdana" pitchFamily="34" charset="0"/>
        </a:defRPr>
      </a:lvl6pPr>
      <a:lvl7pPr marL="914400" algn="l" rtl="0" fontAlgn="base">
        <a:lnSpc>
          <a:spcPts val="4000"/>
        </a:lnSpc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Verdana" pitchFamily="34" charset="0"/>
        </a:defRPr>
      </a:lvl7pPr>
      <a:lvl8pPr marL="1371600" algn="l" rtl="0" fontAlgn="base">
        <a:lnSpc>
          <a:spcPts val="4000"/>
        </a:lnSpc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Verdana" pitchFamily="34" charset="0"/>
        </a:defRPr>
      </a:lvl8pPr>
      <a:lvl9pPr marL="1828800" algn="l" rtl="0" fontAlgn="base">
        <a:lnSpc>
          <a:spcPts val="4000"/>
        </a:lnSpc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Verdana" pitchFamily="34" charset="0"/>
        </a:defRPr>
      </a:lvl9pPr>
    </p:titleStyle>
    <p:bodyStyle>
      <a:lvl1pPr marL="252413" indent="-252413" algn="l" rtl="0" fontAlgn="base">
        <a:lnSpc>
          <a:spcPts val="2400"/>
        </a:lnSpc>
        <a:spcBef>
          <a:spcPts val="1100"/>
        </a:spcBef>
        <a:spcAft>
          <a:spcPct val="0"/>
        </a:spcAft>
        <a:buClr>
          <a:schemeClr val="bg2"/>
        </a:buClr>
        <a:buSzPct val="140000"/>
        <a:buFont typeface="Wingdings" pitchFamily="2" charset="2"/>
        <a:buChar char="§"/>
        <a:defRPr sz="1800" kern="1200">
          <a:solidFill>
            <a:schemeClr val="bg2"/>
          </a:solidFill>
          <a:latin typeface="Verdana" pitchFamily="34" charset="0"/>
          <a:ea typeface="+mn-ea"/>
          <a:cs typeface="+mn-cs"/>
        </a:defRPr>
      </a:lvl1pPr>
      <a:lvl2pPr marL="982663" indent="-285750" algn="l" rtl="0" fontAlgn="base">
        <a:lnSpc>
          <a:spcPts val="2400"/>
        </a:lnSpc>
        <a:spcBef>
          <a:spcPts val="900"/>
        </a:spcBef>
        <a:spcAft>
          <a:spcPct val="0"/>
        </a:spcAft>
        <a:buClr>
          <a:schemeClr val="bg2"/>
        </a:buClr>
        <a:buSzPct val="115000"/>
        <a:buFont typeface="Verdana" pitchFamily="34" charset="0"/>
        <a:buChar char="●"/>
        <a:defRPr sz="1800" kern="1200">
          <a:solidFill>
            <a:schemeClr val="bg2"/>
          </a:solidFill>
          <a:latin typeface="Verdana" pitchFamily="34" charset="0"/>
          <a:ea typeface="+mn-ea"/>
          <a:cs typeface="+mn-cs"/>
        </a:defRPr>
      </a:lvl2pPr>
      <a:lvl3pPr marL="1879600" indent="-319088" algn="l" rtl="0" fontAlgn="base">
        <a:lnSpc>
          <a:spcPts val="2400"/>
        </a:lnSpc>
        <a:spcBef>
          <a:spcPts val="900"/>
        </a:spcBef>
        <a:spcAft>
          <a:spcPct val="0"/>
        </a:spcAft>
        <a:buSzPct val="115000"/>
        <a:buFont typeface="Verdana" pitchFamily="34" charset="0"/>
        <a:buChar char="●"/>
        <a:defRPr sz="1800" kern="1200">
          <a:solidFill>
            <a:schemeClr val="bg2"/>
          </a:solidFill>
          <a:latin typeface="Verdana" pitchFamily="34" charset="0"/>
          <a:ea typeface="+mn-ea"/>
          <a:cs typeface="+mn-cs"/>
        </a:defRPr>
      </a:lvl3pPr>
      <a:lvl4pPr marL="2692400" indent="-360363" algn="l" rtl="0" fontAlgn="base">
        <a:lnSpc>
          <a:spcPts val="2400"/>
        </a:lnSpc>
        <a:spcBef>
          <a:spcPts val="900"/>
        </a:spcBef>
        <a:spcAft>
          <a:spcPct val="0"/>
        </a:spcAft>
        <a:buSzPct val="115000"/>
        <a:buFont typeface="Verdana" pitchFamily="34" charset="0"/>
        <a:buChar char="●"/>
        <a:defRPr sz="1800" kern="1200" baseline="0">
          <a:solidFill>
            <a:schemeClr val="bg2"/>
          </a:solidFill>
          <a:latin typeface="Verdana" pitchFamily="34" charset="0"/>
          <a:ea typeface="+mn-ea"/>
          <a:cs typeface="+mn-cs"/>
        </a:defRPr>
      </a:lvl4pPr>
      <a:lvl5pPr marL="3405188" indent="-352425" algn="l" rtl="0" fontAlgn="base">
        <a:lnSpc>
          <a:spcPts val="2400"/>
        </a:lnSpc>
        <a:spcBef>
          <a:spcPts val="900"/>
        </a:spcBef>
        <a:spcAft>
          <a:spcPct val="0"/>
        </a:spcAft>
        <a:buSzPct val="115000"/>
        <a:buFont typeface="Verdana" pitchFamily="34" charset="0"/>
        <a:buChar char="●"/>
        <a:defRPr sz="1800" kern="1200">
          <a:solidFill>
            <a:schemeClr val="bg2"/>
          </a:solidFill>
          <a:latin typeface="Verdana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microsoft.com/office/2007/relationships/hdphoto" Target="../media/hdphoto2.wdp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6" Type="http://schemas.microsoft.com/office/2007/relationships/hdphoto" Target="../media/hdphoto1.wdp"/><Relationship Id="rId5" Type="http://schemas.openxmlformats.org/officeDocument/2006/relationships/image" Target="../media/image3.png"/><Relationship Id="rId4" Type="http://schemas.microsoft.com/office/2007/relationships/hdphoto" Target="../media/hdphoto3.wdp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6" Type="http://schemas.microsoft.com/office/2007/relationships/hdphoto" Target="../media/hdphoto5.wdp"/><Relationship Id="rId5" Type="http://schemas.openxmlformats.org/officeDocument/2006/relationships/image" Target="../media/image11.png"/><Relationship Id="rId4" Type="http://schemas.microsoft.com/office/2007/relationships/hdphoto" Target="../media/hdphoto4.wdp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B0_4062FC4D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6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8.jpe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12DF177-A832-76EF-0E33-45825C4560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1600" y="169210"/>
            <a:ext cx="8330400" cy="1224350"/>
          </a:xfrm>
        </p:spPr>
        <p:txBody>
          <a:bodyPr/>
          <a:lstStyle/>
          <a:p>
            <a:r>
              <a:rPr lang="nl-NL" dirty="0" err="1"/>
              <a:t>EnergyTag</a:t>
            </a:r>
            <a:r>
              <a:rPr lang="nl-NL" dirty="0"/>
              <a:t>: A Wearable Software Sensor </a:t>
            </a:r>
            <a:r>
              <a:rPr lang="nl-NL" dirty="0" err="1"/>
              <a:t>for</a:t>
            </a:r>
            <a:r>
              <a:rPr lang="nl-NL" dirty="0"/>
              <a:t> Online Monitoring of </a:t>
            </a:r>
            <a:r>
              <a:rPr lang="nl-NL" dirty="0" err="1"/>
              <a:t>Animal’s</a:t>
            </a:r>
            <a:r>
              <a:rPr lang="nl-NL" dirty="0"/>
              <a:t> </a:t>
            </a:r>
            <a:r>
              <a:rPr lang="nl-NL" dirty="0" err="1"/>
              <a:t>Dynamic</a:t>
            </a:r>
            <a:r>
              <a:rPr lang="nl-NL" dirty="0"/>
              <a:t> Energy </a:t>
            </a:r>
            <a:r>
              <a:rPr lang="nl-NL" dirty="0" err="1"/>
              <a:t>Expenditure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5B4DF7-FD44-6A80-7858-E5E2A119CFA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algn="r"/>
            <a:fld id="{F25965E0-7062-474C-8671-DB3A3CE669B0}" type="slidenum">
              <a:rPr lang="en-GB" smtClean="0"/>
              <a:pPr algn="r"/>
              <a:t>1</a:t>
            </a:fld>
            <a:endParaRPr lang="en-GB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5F332DF-468B-62D1-15F8-49418D5CA258}"/>
              </a:ext>
            </a:extLst>
          </p:cNvPr>
          <p:cNvSpPr txBox="1"/>
          <p:nvPr/>
        </p:nvSpPr>
        <p:spPr>
          <a:xfrm>
            <a:off x="677636" y="4013895"/>
            <a:ext cx="8098971" cy="995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nl-NL" sz="1400" b="1" dirty="0">
                <a:latin typeface="Verdana" pitchFamily="34" charset="0"/>
              </a:rPr>
              <a:t>Jan Aarts</a:t>
            </a:r>
            <a:r>
              <a:rPr lang="nl-NL" sz="1400" dirty="0">
                <a:latin typeface="Verdana" pitchFamily="34" charset="0"/>
              </a:rPr>
              <a:t>, </a:t>
            </a:r>
            <a:r>
              <a:rPr lang="nl-NL" sz="1400" dirty="0" err="1">
                <a:latin typeface="Verdana" pitchFamily="34" charset="0"/>
              </a:rPr>
              <a:t>Kristina</a:t>
            </a:r>
            <a:r>
              <a:rPr lang="nl-NL" sz="1400" dirty="0">
                <a:latin typeface="Verdana" pitchFamily="34" charset="0"/>
              </a:rPr>
              <a:t> </a:t>
            </a:r>
            <a:r>
              <a:rPr lang="nl-NL" sz="1400" dirty="0" err="1">
                <a:latin typeface="Verdana" pitchFamily="34" charset="0"/>
              </a:rPr>
              <a:t>Vodorezova</a:t>
            </a:r>
            <a:r>
              <a:rPr lang="nl-NL" sz="1400" dirty="0">
                <a:latin typeface="Verdana" pitchFamily="34" charset="0"/>
              </a:rPr>
              <a:t>, Yajing Tang, Marcel Heetkamp, </a:t>
            </a:r>
            <a:r>
              <a:rPr lang="nl-NL" sz="1400" dirty="0" err="1">
                <a:latin typeface="Verdana" pitchFamily="34" charset="0"/>
              </a:rPr>
              <a:t>Bjorge</a:t>
            </a:r>
            <a:r>
              <a:rPr lang="nl-NL" sz="1400" dirty="0">
                <a:latin typeface="Verdana" pitchFamily="34" charset="0"/>
              </a:rPr>
              <a:t> </a:t>
            </a:r>
            <a:r>
              <a:rPr lang="nl-NL" sz="1400" dirty="0" err="1">
                <a:latin typeface="Verdana" pitchFamily="34" charset="0"/>
              </a:rPr>
              <a:t>Laurenssen</a:t>
            </a:r>
            <a:r>
              <a:rPr lang="nl-NL" sz="1400" dirty="0">
                <a:latin typeface="Verdana" pitchFamily="34" charset="0"/>
              </a:rPr>
              <a:t>, Ali Youssef</a:t>
            </a:r>
          </a:p>
          <a:p>
            <a:pPr algn="ctr">
              <a:lnSpc>
                <a:spcPts val="1800"/>
              </a:lnSpc>
            </a:pPr>
            <a:r>
              <a:rPr lang="nl-NL" sz="1400" dirty="0">
                <a:latin typeface="Verdana" pitchFamily="34" charset="0"/>
              </a:rPr>
              <a:t>ECPLF 2024</a:t>
            </a:r>
          </a:p>
          <a:p>
            <a:pPr algn="ctr">
              <a:lnSpc>
                <a:spcPts val="1800"/>
              </a:lnSpc>
            </a:pPr>
            <a:r>
              <a:rPr lang="nl-NL" sz="1400" dirty="0">
                <a:latin typeface="Verdana" pitchFamily="34" charset="0"/>
              </a:rPr>
              <a:t>11 Sep. 2024</a:t>
            </a:r>
            <a:endParaRPr lang="en-US" sz="1400" dirty="0" err="1">
              <a:latin typeface="Verdana" pitchFamily="34" charset="0"/>
            </a:endParaRP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274770EA-3972-9785-7BE6-AA3ED8148798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rgbClr val="D9C3A5">
                <a:tint val="50000"/>
                <a:satMod val="180000"/>
              </a:srgbClr>
            </a:duotone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400000"/>
                    </a14:imgEffect>
                    <a14:imgEffect>
                      <a14:brightnessContrast bright="20000" contrast="-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292320" y="1508007"/>
            <a:ext cx="2868960" cy="2729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73093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3B05628-BEEB-BAE9-5965-9780949F946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nl-NL" dirty="0"/>
              <a:t>Health indicator</a:t>
            </a:r>
          </a:p>
          <a:p>
            <a:r>
              <a:rPr lang="nl-NL" dirty="0" err="1"/>
              <a:t>Insight</a:t>
            </a:r>
            <a:r>
              <a:rPr lang="nl-NL" dirty="0"/>
              <a:t> in </a:t>
            </a:r>
            <a:r>
              <a:rPr lang="nl-NL" dirty="0" err="1"/>
              <a:t>animal</a:t>
            </a:r>
            <a:r>
              <a:rPr lang="nl-NL" dirty="0"/>
              <a:t> </a:t>
            </a:r>
            <a:r>
              <a:rPr lang="nl-NL" dirty="0" err="1"/>
              <a:t>physiology</a:t>
            </a:r>
            <a:endParaRPr lang="nl-NL" dirty="0"/>
          </a:p>
          <a:p>
            <a:r>
              <a:rPr lang="nl-NL" dirty="0" err="1"/>
              <a:t>Early</a:t>
            </a:r>
            <a:r>
              <a:rPr lang="nl-NL" dirty="0"/>
              <a:t> </a:t>
            </a:r>
            <a:r>
              <a:rPr lang="nl-NL" dirty="0" err="1"/>
              <a:t>signs</a:t>
            </a:r>
            <a:r>
              <a:rPr lang="nl-NL" dirty="0"/>
              <a:t> of changes</a:t>
            </a: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45F845E-A7A8-AED1-0F4B-ED96BA7A86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Why</a:t>
            </a:r>
            <a:r>
              <a:rPr lang="nl-NL" dirty="0"/>
              <a:t> Energy </a:t>
            </a:r>
            <a:r>
              <a:rPr lang="nl-NL" dirty="0" err="1"/>
              <a:t>Expenditure</a:t>
            </a:r>
            <a:r>
              <a:rPr lang="nl-NL" dirty="0"/>
              <a:t> (EE)?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C3DA9B-05FD-E4D9-6A19-0D57984ECA1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algn="r"/>
            <a:fld id="{F25965E0-7062-474C-8671-DB3A3CE669B0}" type="slidenum">
              <a:rPr lang="en-GB" smtClean="0"/>
              <a:pPr algn="r"/>
              <a:t>2</a:t>
            </a:fld>
            <a:endParaRPr lang="en-GB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8B4217AC-4F45-1AC2-E91C-733C07D141EE}"/>
              </a:ext>
            </a:extLst>
          </p:cNvPr>
          <p:cNvGrpSpPr/>
          <p:nvPr/>
        </p:nvGrpSpPr>
        <p:grpSpPr>
          <a:xfrm>
            <a:off x="198907" y="2914200"/>
            <a:ext cx="8987386" cy="1513268"/>
            <a:chOff x="156614" y="2289045"/>
            <a:chExt cx="8987386" cy="151326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A6FF201C-9AB9-7954-4FBD-B93795043229}"/>
                    </a:ext>
                  </a:extLst>
                </p:cNvPr>
                <p:cNvSpPr txBox="1"/>
                <p:nvPr/>
              </p:nvSpPr>
              <p:spPr>
                <a:xfrm>
                  <a:off x="156614" y="2289045"/>
                  <a:ext cx="8511281" cy="425053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nl-NL" sz="2000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𝐸𝐸</m:t>
                        </m:r>
                        <m:r>
                          <a:rPr lang="nl-NL" sz="2000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nl-NL" sz="2000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nl-NL" sz="2000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GB" sz="2000" b="1" i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GB" sz="2000" b="1" i="1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sSub>
                              <m:sSubPr>
                                <m:ctrlPr>
                                  <a:rPr lang="en-GB" sz="2000" i="1">
                                    <a:solidFill>
                                      <a:schemeClr val="accent6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nl-NL" sz="2000" b="0" i="1">
                                    <a:solidFill>
                                      <a:schemeClr val="accent6"/>
                                    </a:solidFill>
                                    <a:latin typeface="Cambria Math" panose="02040503050406030204" pitchFamily="18" charset="0"/>
                                  </a:rPr>
                                  <m:t>{</m:t>
                                </m:r>
                                <m:r>
                                  <a:rPr lang="en-GB" sz="2000" b="0" i="1">
                                    <a:solidFill>
                                      <a:schemeClr val="accent6"/>
                                    </a:solidFill>
                                    <a:latin typeface="Cambria Math" panose="02040503050406030204" pitchFamily="18" charset="0"/>
                                  </a:rPr>
                                  <m:t>𝐸</m:t>
                                </m:r>
                              </m:e>
                              <m:sub>
                                <m:r>
                                  <a:rPr lang="en-GB" sz="2000" b="0" i="1">
                                    <a:solidFill>
                                      <a:schemeClr val="accent6"/>
                                    </a:solidFill>
                                    <a:latin typeface="Cambria Math" panose="02040503050406030204" pitchFamily="18" charset="0"/>
                                  </a:rPr>
                                  <m:t>𝐵𝑎𝑠𝑎𝑙</m:t>
                                </m:r>
                                <m:r>
                                  <a:rPr lang="en-GB" sz="2000" b="0">
                                    <a:solidFill>
                                      <a:schemeClr val="accent6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GB" sz="2000" b="0" i="1">
                                    <a:solidFill>
                                      <a:schemeClr val="accent6"/>
                                    </a:solidFill>
                                    <a:latin typeface="Cambria Math" panose="02040503050406030204" pitchFamily="18" charset="0"/>
                                  </a:rPr>
                                  <m:t>𝑚𝑒𝑡</m:t>
                                </m:r>
                              </m:sub>
                            </m:sSub>
                            <m:r>
                              <a:rPr lang="en-GB" sz="2000" b="1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GB" sz="2000" i="1">
                                    <a:solidFill>
                                      <a:schemeClr val="accent6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sz="2000" b="0" i="1">
                                    <a:solidFill>
                                      <a:schemeClr val="accent6"/>
                                    </a:solidFill>
                                    <a:latin typeface="Cambria Math" panose="02040503050406030204" pitchFamily="18" charset="0"/>
                                  </a:rPr>
                                  <m:t>𝐸</m:t>
                                </m:r>
                              </m:e>
                              <m:sub>
                                <m:r>
                                  <a:rPr lang="en-GB" sz="2000" b="0" i="1">
                                    <a:solidFill>
                                      <a:schemeClr val="accent6"/>
                                    </a:solidFill>
                                    <a:latin typeface="Cambria Math" panose="02040503050406030204" pitchFamily="18" charset="0"/>
                                  </a:rPr>
                                  <m:t>h𝑒𝑎𝑡</m:t>
                                </m:r>
                                <m:r>
                                  <a:rPr lang="en-GB" sz="2000" b="0">
                                    <a:solidFill>
                                      <a:schemeClr val="accent6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GB" sz="2000" b="0" i="1">
                                    <a:solidFill>
                                      <a:schemeClr val="accent6"/>
                                    </a:solidFill>
                                    <a:latin typeface="Cambria Math" panose="02040503050406030204" pitchFamily="18" charset="0"/>
                                  </a:rPr>
                                  <m:t>𝑏𝑎𝑙𝑎𝑛𝑐𝑒</m:t>
                                </m:r>
                              </m:sub>
                            </m:sSub>
                            <m:r>
                              <a:rPr lang="en-GB" sz="2000" b="1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GB" sz="2000" b="1" i="1">
                                    <a:solidFill>
                                      <a:schemeClr val="accent6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sSub>
                                  <m:sSubPr>
                                    <m:ctrlPr>
                                      <a:rPr lang="en-GB" sz="2000" i="1">
                                        <a:solidFill>
                                          <a:schemeClr val="accent6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2000" b="0" i="1">
                                        <a:solidFill>
                                          <a:schemeClr val="accent6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𝐸</m:t>
                                    </m:r>
                                  </m:e>
                                  <m:sub>
                                    <m:r>
                                      <a:rPr lang="en-GB" sz="2000" b="0" i="1">
                                        <a:solidFill>
                                          <a:schemeClr val="accent6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𝑔𝑟𝑜𝑤𝑡h</m:t>
                                    </m:r>
                                  </m:sub>
                                </m:sSub>
                                <m:r>
                                  <a:rPr lang="nl-NL" sz="2000" b="1" i="1" smtClean="0">
                                    <a:solidFill>
                                      <a:schemeClr val="accent6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GB" sz="2000" i="1">
                                        <a:solidFill>
                                          <a:schemeClr val="accent6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2000" b="0" i="1">
                                        <a:solidFill>
                                          <a:schemeClr val="accent6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𝐸</m:t>
                                    </m:r>
                                  </m:e>
                                  <m:sub>
                                    <m:r>
                                      <a:rPr lang="en-GB" sz="2000" b="0" i="1">
                                        <a:solidFill>
                                          <a:schemeClr val="accent6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𝑚𝑜𝑣𝑒𝑚𝑒𝑛𝑡</m:t>
                                    </m:r>
                                  </m:sub>
                                </m:sSub>
                                <m:r>
                                  <a:rPr lang="en-GB" sz="2000" b="1">
                                    <a:solidFill>
                                      <a:schemeClr val="accent6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GB" sz="2000" b="0" i="1">
                                    <a:solidFill>
                                      <a:schemeClr val="accent6"/>
                                    </a:solidFill>
                                    <a:latin typeface="Cambria Math" panose="02040503050406030204" pitchFamily="18" charset="0"/>
                                  </a:rPr>
                                  <m:t>𝐸</m:t>
                                </m:r>
                              </m:e>
                              <m:sub>
                                <m:r>
                                  <a:rPr lang="en-GB" sz="2000" b="0" i="1">
                                    <a:solidFill>
                                      <a:schemeClr val="accent6"/>
                                    </a:solidFill>
                                    <a:latin typeface="Cambria Math" panose="02040503050406030204" pitchFamily="18" charset="0"/>
                                  </a:rPr>
                                  <m:t>𝑚𝑒𝑛𝑡𝑎𝑙</m:t>
                                </m:r>
                                <m:r>
                                  <a:rPr lang="en-GB" sz="2000" b="0">
                                    <a:solidFill>
                                      <a:schemeClr val="accent6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GB" sz="2000" b="0" i="1">
                                    <a:solidFill>
                                      <a:schemeClr val="accent6"/>
                                    </a:solidFill>
                                    <a:latin typeface="Cambria Math" panose="02040503050406030204" pitchFamily="18" charset="0"/>
                                  </a:rPr>
                                  <m:t>𝑠𝑡𝑎𝑡𝑒</m:t>
                                </m:r>
                              </m:sub>
                            </m:sSub>
                            <m:r>
                              <a:rPr lang="nl-NL" sz="2000" b="1" i="1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  <m:t>}</m:t>
                            </m:r>
                          </m:e>
                          <m:sub>
                            <m:r>
                              <a:rPr lang="nl-NL" sz="2000" b="0" i="1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oMath>
                    </m:oMathPara>
                  </a14:m>
                  <a:endParaRPr lang="en-GB" sz="2000" b="1" dirty="0">
                    <a:solidFill>
                      <a:schemeClr val="accent6"/>
                    </a:solidFill>
                  </a:endParaRPr>
                </a:p>
              </p:txBody>
            </p:sp>
          </mc:Choice>
          <mc:Fallback xmlns="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F6139D0D-5503-F2CC-0150-85B59CA4253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6614" y="2289045"/>
                  <a:ext cx="8511281" cy="425053"/>
                </a:xfrm>
                <a:prstGeom prst="rect">
                  <a:avLst/>
                </a:prstGeom>
                <a:blipFill>
                  <a:blip r:embed="rId3"/>
                  <a:stretch>
                    <a:fillRect b="-1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4DEAFF12-F743-ED15-61A8-9613F44C2DAE}"/>
                </a:ext>
              </a:extLst>
            </p:cNvPr>
            <p:cNvGrpSpPr/>
            <p:nvPr/>
          </p:nvGrpSpPr>
          <p:grpSpPr>
            <a:xfrm>
              <a:off x="1729987" y="2785108"/>
              <a:ext cx="5761744" cy="1017205"/>
              <a:chOff x="1729987" y="2785108"/>
              <a:chExt cx="5761744" cy="1017205"/>
            </a:xfrm>
          </p:grpSpPr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793371FF-48EA-EBEF-B01A-A81464409150}"/>
                  </a:ext>
                </a:extLst>
              </p:cNvPr>
              <p:cNvGrpSpPr/>
              <p:nvPr/>
            </p:nvGrpSpPr>
            <p:grpSpPr>
              <a:xfrm>
                <a:off x="1729987" y="2791559"/>
                <a:ext cx="3203080" cy="1010754"/>
                <a:chOff x="1861291" y="1900228"/>
                <a:chExt cx="3203080" cy="1010754"/>
              </a:xfrm>
            </p:grpSpPr>
            <p:sp>
              <p:nvSpPr>
                <p:cNvPr id="15" name="Left Brace 14">
                  <a:extLst>
                    <a:ext uri="{FF2B5EF4-FFF2-40B4-BE49-F238E27FC236}">
                      <a16:creationId xmlns:a16="http://schemas.microsoft.com/office/drawing/2014/main" id="{CE88706A-3787-25F4-D5F7-40E01DF5449A}"/>
                    </a:ext>
                  </a:extLst>
                </p:cNvPr>
                <p:cNvSpPr/>
                <p:nvPr/>
              </p:nvSpPr>
              <p:spPr>
                <a:xfrm rot="16200000">
                  <a:off x="3341009" y="420510"/>
                  <a:ext cx="243644" cy="3203079"/>
                </a:xfrm>
                <a:prstGeom prst="leftBrace">
                  <a:avLst>
                    <a:gd name="adj1" fmla="val 81672"/>
                    <a:gd name="adj2" fmla="val 50000"/>
                  </a:avLst>
                </a:prstGeom>
                <a:ln w="15875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6" name="Rounded Rectangle 16">
                  <a:extLst>
                    <a:ext uri="{FF2B5EF4-FFF2-40B4-BE49-F238E27FC236}">
                      <a16:creationId xmlns:a16="http://schemas.microsoft.com/office/drawing/2014/main" id="{FC310BCC-4499-D64A-E33E-25EDFB3AA50E}"/>
                    </a:ext>
                  </a:extLst>
                </p:cNvPr>
                <p:cNvSpPr/>
                <p:nvPr/>
              </p:nvSpPr>
              <p:spPr>
                <a:xfrm>
                  <a:off x="2038015" y="2143871"/>
                  <a:ext cx="3026356" cy="767111"/>
                </a:xfrm>
                <a:prstGeom prst="roundRect">
                  <a:avLst>
                    <a:gd name="adj" fmla="val 24120"/>
                  </a:avLst>
                </a:prstGeom>
                <a:noFill/>
                <a:ln w="12700" cap="flat" cmpd="sng" algn="ctr">
                  <a:noFill/>
                  <a:prstDash val="solid"/>
                  <a:miter lim="800000"/>
                </a:ln>
                <a:effectLst>
                  <a:glow rad="38100">
                    <a:srgbClr val="70AD47">
                      <a:satMod val="175000"/>
                      <a:alpha val="51000"/>
                    </a:srgbClr>
                  </a:glo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lang="en-US" sz="1600" b="1" kern="0" dirty="0">
                      <a:solidFill>
                        <a:srgbClr val="C00000"/>
                      </a:solidFill>
                      <a:latin typeface="OCR A Extended" panose="02010509020102010303" pitchFamily="50" charset="0"/>
                      <a:cs typeface="Calibri" panose="020F0502020204030204" pitchFamily="34" charset="0"/>
                    </a:rPr>
                    <a:t>“Physiological”</a:t>
                  </a:r>
                  <a:endParaRPr kumimoji="0" lang="en-US" sz="1600" b="1" i="0" strike="noStrike" kern="0" cap="none" spc="0" normalizeH="0" baseline="0" dirty="0">
                    <a:ln>
                      <a:noFill/>
                    </a:ln>
                    <a:solidFill>
                      <a:srgbClr val="C00000"/>
                    </a:solidFill>
                    <a:uLnTx/>
                    <a:uFillTx/>
                    <a:latin typeface="OCR A Extended" panose="02010509020102010303" pitchFamily="50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250115AE-8B85-C630-C003-12CAA25DDFD1}"/>
                  </a:ext>
                </a:extLst>
              </p:cNvPr>
              <p:cNvGrpSpPr/>
              <p:nvPr/>
            </p:nvGrpSpPr>
            <p:grpSpPr>
              <a:xfrm>
                <a:off x="4834500" y="2785108"/>
                <a:ext cx="2657231" cy="993130"/>
                <a:chOff x="4702326" y="1893779"/>
                <a:chExt cx="2657231" cy="993130"/>
              </a:xfrm>
            </p:grpSpPr>
            <p:sp>
              <p:nvSpPr>
                <p:cNvPr id="13" name="Left Brace 12">
                  <a:extLst>
                    <a:ext uri="{FF2B5EF4-FFF2-40B4-BE49-F238E27FC236}">
                      <a16:creationId xmlns:a16="http://schemas.microsoft.com/office/drawing/2014/main" id="{D611B634-6C68-B078-E635-B33432F559FB}"/>
                    </a:ext>
                  </a:extLst>
                </p:cNvPr>
                <p:cNvSpPr/>
                <p:nvPr/>
              </p:nvSpPr>
              <p:spPr>
                <a:xfrm rot="16200000">
                  <a:off x="5857635" y="1545993"/>
                  <a:ext cx="250092" cy="945664"/>
                </a:xfrm>
                <a:prstGeom prst="leftBrace">
                  <a:avLst>
                    <a:gd name="adj1" fmla="val 66047"/>
                    <a:gd name="adj2" fmla="val 50000"/>
                  </a:avLst>
                </a:prstGeom>
                <a:ln w="15875">
                  <a:solidFill>
                    <a:srgbClr val="3245FA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GB" dirty="0"/>
                </a:p>
              </p:txBody>
            </p:sp>
            <p:sp>
              <p:nvSpPr>
                <p:cNvPr id="14" name="Rounded Rectangle 16">
                  <a:extLst>
                    <a:ext uri="{FF2B5EF4-FFF2-40B4-BE49-F238E27FC236}">
                      <a16:creationId xmlns:a16="http://schemas.microsoft.com/office/drawing/2014/main" id="{7997BE9B-8C6B-9624-4C2D-D789DDC65AEF}"/>
                    </a:ext>
                  </a:extLst>
                </p:cNvPr>
                <p:cNvSpPr/>
                <p:nvPr/>
              </p:nvSpPr>
              <p:spPr>
                <a:xfrm>
                  <a:off x="4702326" y="2099491"/>
                  <a:ext cx="2657231" cy="787418"/>
                </a:xfrm>
                <a:prstGeom prst="roundRect">
                  <a:avLst>
                    <a:gd name="adj" fmla="val 24120"/>
                  </a:avLst>
                </a:prstGeom>
                <a:noFill/>
                <a:ln w="12700" cap="flat" cmpd="sng" algn="ctr">
                  <a:noFill/>
                  <a:prstDash val="solid"/>
                  <a:miter lim="800000"/>
                </a:ln>
                <a:effectLst>
                  <a:glow rad="38100">
                    <a:srgbClr val="70AD47">
                      <a:satMod val="175000"/>
                      <a:alpha val="51000"/>
                    </a:srgbClr>
                  </a:glo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lang="en-US" sz="1600" b="1" kern="0" dirty="0">
                      <a:solidFill>
                        <a:srgbClr val="3245FA"/>
                      </a:solidFill>
                      <a:latin typeface="OCR A Extended" panose="02010509020102010303" pitchFamily="50" charset="0"/>
                      <a:cs typeface="Calibri" panose="020F0502020204030204" pitchFamily="34" charset="0"/>
                    </a:rPr>
                    <a:t>“Mechanical”</a:t>
                  </a:r>
                  <a:endParaRPr kumimoji="0" lang="en-US" sz="1600" b="1" i="0" strike="noStrike" kern="0" cap="none" spc="0" normalizeH="0" baseline="0" dirty="0">
                    <a:ln>
                      <a:noFill/>
                    </a:ln>
                    <a:solidFill>
                      <a:srgbClr val="3245FA"/>
                    </a:solidFill>
                    <a:uLnTx/>
                    <a:uFillTx/>
                    <a:latin typeface="OCR A Extended" panose="02010509020102010303" pitchFamily="50" charset="0"/>
                    <a:cs typeface="Calibri" panose="020F0502020204030204" pitchFamily="34" charset="0"/>
                  </a:endParaRPr>
                </a:p>
              </p:txBody>
            </p:sp>
          </p:grp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2507610F-D339-76C5-3D7A-67ADB4F117D1}"/>
                </a:ext>
              </a:extLst>
            </p:cNvPr>
            <p:cNvGrpSpPr/>
            <p:nvPr/>
          </p:nvGrpSpPr>
          <p:grpSpPr>
            <a:xfrm>
              <a:off x="6486769" y="2795269"/>
              <a:ext cx="2657231" cy="965788"/>
              <a:chOff x="6118523" y="1913223"/>
              <a:chExt cx="2657231" cy="965788"/>
            </a:xfrm>
          </p:grpSpPr>
          <p:sp>
            <p:nvSpPr>
              <p:cNvPr id="9" name="Left Brace 8">
                <a:extLst>
                  <a:ext uri="{FF2B5EF4-FFF2-40B4-BE49-F238E27FC236}">
                    <a16:creationId xmlns:a16="http://schemas.microsoft.com/office/drawing/2014/main" id="{0D91AF63-5190-6616-FB34-A457734EC8D9}"/>
                  </a:ext>
                </a:extLst>
              </p:cNvPr>
              <p:cNvSpPr/>
              <p:nvPr/>
            </p:nvSpPr>
            <p:spPr>
              <a:xfrm rot="16200000">
                <a:off x="7211066" y="1478098"/>
                <a:ext cx="250092" cy="1120341"/>
              </a:xfrm>
              <a:prstGeom prst="leftBrace">
                <a:avLst>
                  <a:gd name="adj1" fmla="val 66047"/>
                  <a:gd name="adj2" fmla="val 50000"/>
                </a:avLst>
              </a:prstGeom>
              <a:ln w="15875">
                <a:solidFill>
                  <a:srgbClr val="3F9C3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  <p:sp>
            <p:nvSpPr>
              <p:cNvPr id="10" name="Rounded Rectangle 16">
                <a:extLst>
                  <a:ext uri="{FF2B5EF4-FFF2-40B4-BE49-F238E27FC236}">
                    <a16:creationId xmlns:a16="http://schemas.microsoft.com/office/drawing/2014/main" id="{F3918FE7-9A5F-623C-3F60-DDEA1138EE01}"/>
                  </a:ext>
                </a:extLst>
              </p:cNvPr>
              <p:cNvSpPr/>
              <p:nvPr/>
            </p:nvSpPr>
            <p:spPr>
              <a:xfrm>
                <a:off x="6118523" y="2091593"/>
                <a:ext cx="2657231" cy="787418"/>
              </a:xfrm>
              <a:prstGeom prst="roundRect">
                <a:avLst>
                  <a:gd name="adj" fmla="val 24120"/>
                </a:avLst>
              </a:prstGeom>
              <a:noFill/>
              <a:ln w="12700" cap="flat" cmpd="sng" algn="ctr">
                <a:noFill/>
                <a:prstDash val="solid"/>
                <a:miter lim="800000"/>
              </a:ln>
              <a:effectLst>
                <a:glow rad="38100">
                  <a:srgbClr val="70AD47">
                    <a:satMod val="175000"/>
                    <a:alpha val="51000"/>
                  </a:srgbClr>
                </a:glo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1600" b="1" kern="0" dirty="0">
                    <a:solidFill>
                      <a:schemeClr val="tx2">
                        <a:lumMod val="50000"/>
                      </a:schemeClr>
                    </a:solidFill>
                    <a:latin typeface="OCR A Extended" panose="02010509020102010303" pitchFamily="50" charset="0"/>
                    <a:cs typeface="Calibri" panose="020F0502020204030204" pitchFamily="34" charset="0"/>
                  </a:rPr>
                  <a:t>“Mental”</a:t>
                </a:r>
                <a:endParaRPr kumimoji="0" lang="en-US" sz="1600" b="1" i="0" strike="noStrike" kern="0" cap="none" spc="0" normalizeH="0" baseline="0" dirty="0">
                  <a:ln>
                    <a:noFill/>
                  </a:ln>
                  <a:solidFill>
                    <a:schemeClr val="tx2">
                      <a:lumMod val="50000"/>
                    </a:schemeClr>
                  </a:solidFill>
                  <a:uLnTx/>
                  <a:uFillTx/>
                  <a:latin typeface="OCR A Extended" panose="02010509020102010303" pitchFamily="50" charset="0"/>
                  <a:cs typeface="Calibri" panose="020F0502020204030204" pitchFamily="34" charset="0"/>
                </a:endParaRPr>
              </a:p>
            </p:txBody>
          </p:sp>
        </p:grp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34D11026-08B5-0894-C7A6-83CE7E70F86D}"/>
              </a:ext>
            </a:extLst>
          </p:cNvPr>
          <p:cNvGrpSpPr/>
          <p:nvPr/>
        </p:nvGrpSpPr>
        <p:grpSpPr>
          <a:xfrm>
            <a:off x="4788844" y="567062"/>
            <a:ext cx="4103156" cy="2314206"/>
            <a:chOff x="4752068" y="2136753"/>
            <a:chExt cx="4179532" cy="2348100"/>
          </a:xfrm>
        </p:grpSpPr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13ADFA7D-6CB7-56A0-F350-9DFEE09473A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sharpenSoften amount="50000"/>
                      </a14:imgEffect>
                      <a14:imgEffect>
                        <a14:colorTemperature colorTemp="11200"/>
                      </a14:imgEffect>
                      <a14:imgEffect>
                        <a14:saturation sat="4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 flipH="1">
              <a:off x="5668956" y="3138167"/>
              <a:ext cx="1045981" cy="810271"/>
            </a:xfrm>
            <a:prstGeom prst="rect">
              <a:avLst/>
            </a:prstGeom>
          </p:spPr>
        </p:pic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3AF769BF-B462-9DD4-87B7-920B359CF1FB}"/>
                </a:ext>
              </a:extLst>
            </p:cNvPr>
            <p:cNvCxnSpPr>
              <a:cxnSpLocks/>
            </p:cNvCxnSpPr>
            <p:nvPr/>
          </p:nvCxnSpPr>
          <p:spPr>
            <a:xfrm>
              <a:off x="5647564" y="2396700"/>
              <a:ext cx="0" cy="1695635"/>
            </a:xfrm>
            <a:prstGeom prst="line">
              <a:avLst/>
            </a:prstGeom>
            <a:ln w="28575">
              <a:solidFill>
                <a:srgbClr val="0512B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C9CB517B-4FE4-806A-54B6-C1FC57CF84A2}"/>
                </a:ext>
              </a:extLst>
            </p:cNvPr>
            <p:cNvCxnSpPr>
              <a:cxnSpLocks/>
            </p:cNvCxnSpPr>
            <p:nvPr/>
          </p:nvCxnSpPr>
          <p:spPr>
            <a:xfrm>
              <a:off x="5647564" y="4092335"/>
              <a:ext cx="2423604" cy="0"/>
            </a:xfrm>
            <a:prstGeom prst="line">
              <a:avLst/>
            </a:prstGeom>
            <a:ln w="28575">
              <a:solidFill>
                <a:srgbClr val="0512B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B2796C96-812C-DA89-CA3F-7F5F3712EAD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/>
            <a:srcRect l="52037"/>
            <a:stretch/>
          </p:blipFill>
          <p:spPr>
            <a:xfrm>
              <a:off x="6786480" y="2921284"/>
              <a:ext cx="1049738" cy="810838"/>
            </a:xfrm>
            <a:prstGeom prst="rect">
              <a:avLst/>
            </a:prstGeom>
          </p:spPr>
        </p:pic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6D9ACF7B-053E-41BC-42A6-991E57191E3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/>
            <a:srcRect r="47817"/>
            <a:stretch/>
          </p:blipFill>
          <p:spPr>
            <a:xfrm>
              <a:off x="5634632" y="2918555"/>
              <a:ext cx="1138916" cy="810838"/>
            </a:xfrm>
            <a:prstGeom prst="rect">
              <a:avLst/>
            </a:prstGeom>
          </p:spPr>
        </p:pic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D194C465-8B5E-C718-E87D-3917B25B7E40}"/>
                </a:ext>
              </a:extLst>
            </p:cNvPr>
            <p:cNvSpPr txBox="1"/>
            <p:nvPr/>
          </p:nvSpPr>
          <p:spPr>
            <a:xfrm>
              <a:off x="6283774" y="4115521"/>
              <a:ext cx="110083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nl-NL" dirty="0">
                  <a:solidFill>
                    <a:srgbClr val="0512BB"/>
                  </a:solidFill>
                </a:rPr>
                <a:t>Time </a:t>
              </a:r>
              <a:endParaRPr lang="en-US" dirty="0">
                <a:solidFill>
                  <a:srgbClr val="0512BB"/>
                </a:solidFill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8C17EBB0-21C0-1E84-56A2-67718DA2E32D}"/>
                </a:ext>
              </a:extLst>
            </p:cNvPr>
            <p:cNvSpPr txBox="1"/>
            <p:nvPr/>
          </p:nvSpPr>
          <p:spPr>
            <a:xfrm rot="16200000">
              <a:off x="3967470" y="2921351"/>
              <a:ext cx="221552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nl-NL" dirty="0">
                  <a:solidFill>
                    <a:srgbClr val="0512BB"/>
                  </a:solidFill>
                </a:rPr>
                <a:t>Animal Health/welfare status</a:t>
              </a:r>
              <a:endParaRPr lang="en-US" dirty="0">
                <a:solidFill>
                  <a:srgbClr val="0512BB"/>
                </a:solidFill>
              </a:endParaRPr>
            </a:p>
          </p:txBody>
        </p: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E182E80B-7DA1-B24D-BCF8-FC8DF284FBE2}"/>
                </a:ext>
              </a:extLst>
            </p:cNvPr>
            <p:cNvGrpSpPr/>
            <p:nvPr/>
          </p:nvGrpSpPr>
          <p:grpSpPr>
            <a:xfrm>
              <a:off x="7664638" y="3271484"/>
              <a:ext cx="1266962" cy="820851"/>
              <a:chOff x="7604495" y="3039136"/>
              <a:chExt cx="1266962" cy="820851"/>
            </a:xfrm>
          </p:grpSpPr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14987AA2-07EF-55E1-47A8-788C0A8C00C9}"/>
                  </a:ext>
                </a:extLst>
              </p:cNvPr>
              <p:cNvSpPr txBox="1"/>
              <p:nvPr/>
            </p:nvSpPr>
            <p:spPr>
              <a:xfrm>
                <a:off x="7604495" y="3272138"/>
                <a:ext cx="26633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nl-NL" dirty="0">
                    <a:solidFill>
                      <a:srgbClr val="FF0000"/>
                    </a:solidFill>
                  </a:rPr>
                  <a:t>x</a:t>
                </a:r>
                <a:endParaRPr lang="en-US" dirty="0">
                  <a:solidFill>
                    <a:srgbClr val="FF0000"/>
                  </a:solidFill>
                </a:endParaRPr>
              </a:p>
            </p:txBody>
          </p:sp>
          <p:grpSp>
            <p:nvGrpSpPr>
              <p:cNvPr id="32" name="Group 31">
                <a:extLst>
                  <a:ext uri="{FF2B5EF4-FFF2-40B4-BE49-F238E27FC236}">
                    <a16:creationId xmlns:a16="http://schemas.microsoft.com/office/drawing/2014/main" id="{B31CB977-251A-16DC-591C-0AF37E76BB6A}"/>
                  </a:ext>
                </a:extLst>
              </p:cNvPr>
              <p:cNvGrpSpPr/>
              <p:nvPr/>
            </p:nvGrpSpPr>
            <p:grpSpPr>
              <a:xfrm>
                <a:off x="7748478" y="3039136"/>
                <a:ext cx="1122979" cy="820851"/>
                <a:chOff x="7748478" y="3039136"/>
                <a:chExt cx="1122979" cy="820851"/>
              </a:xfrm>
            </p:grpSpPr>
            <p:cxnSp>
              <p:nvCxnSpPr>
                <p:cNvPr id="33" name="Straight Connector 32">
                  <a:extLst>
                    <a:ext uri="{FF2B5EF4-FFF2-40B4-BE49-F238E27FC236}">
                      <a16:creationId xmlns:a16="http://schemas.microsoft.com/office/drawing/2014/main" id="{014CABFB-4A8F-CDF2-8FCA-34AA443E651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748478" y="3497045"/>
                  <a:ext cx="0" cy="362942"/>
                </a:xfrm>
                <a:prstGeom prst="line">
                  <a:avLst/>
                </a:prstGeom>
                <a:ln w="12700">
                  <a:solidFill>
                    <a:srgbClr val="FF0000"/>
                  </a:solidFill>
                  <a:prstDash val="lg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8FECA751-EFF7-B900-165B-ADF1B14B7563}"/>
                    </a:ext>
                  </a:extLst>
                </p:cNvPr>
                <p:cNvSpPr txBox="1"/>
                <p:nvPr/>
              </p:nvSpPr>
              <p:spPr>
                <a:xfrm>
                  <a:off x="7899250" y="3039136"/>
                  <a:ext cx="972207" cy="58477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600" dirty="0">
                      <a:solidFill>
                        <a:srgbClr val="C00000"/>
                      </a:solidFill>
                    </a:rPr>
                    <a:t>predicted failure </a:t>
                  </a:r>
                </a:p>
              </p:txBody>
            </p:sp>
            <p:sp>
              <p:nvSpPr>
                <p:cNvPr id="35" name="Arrow: Down 34">
                  <a:extLst>
                    <a:ext uri="{FF2B5EF4-FFF2-40B4-BE49-F238E27FC236}">
                      <a16:creationId xmlns:a16="http://schemas.microsoft.com/office/drawing/2014/main" id="{E9003CDD-C49C-359F-7FBF-0E83BEDE8A67}"/>
                    </a:ext>
                  </a:extLst>
                </p:cNvPr>
                <p:cNvSpPr/>
                <p:nvPr/>
              </p:nvSpPr>
              <p:spPr>
                <a:xfrm rot="2502646">
                  <a:off x="7853956" y="3332245"/>
                  <a:ext cx="90589" cy="124033"/>
                </a:xfrm>
                <a:prstGeom prst="downArrow">
                  <a:avLst/>
                </a:prstGeom>
                <a:solidFill>
                  <a:srgbClr val="C00000"/>
                </a:solidFill>
                <a:ln>
                  <a:solidFill>
                    <a:srgbClr val="C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72000" numCol="1" spcCol="0" rtlCol="0" fromWordArt="0" anchor="ctr" anchorCtr="0" forceAA="0" compatLnSpc="1">
                  <a:prstTxWarp prst="textNoShape">
                    <a:avLst/>
                  </a:prstTxWarp>
                  <a:spAutoFit/>
                </a:bodyPr>
                <a:lstStyle/>
                <a:p>
                  <a:pPr algn="ctr"/>
                  <a:endParaRPr lang="en-GB" sz="1400" dirty="0">
                    <a:solidFill>
                      <a:schemeClr val="tx1"/>
                    </a:solidFill>
                  </a:endParaRPr>
                </a:p>
              </p:txBody>
            </p:sp>
          </p:grp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96DDBB5C-864C-783D-E12C-F2A7D48D3843}"/>
                </a:ext>
              </a:extLst>
            </p:cNvPr>
            <p:cNvGrpSpPr/>
            <p:nvPr/>
          </p:nvGrpSpPr>
          <p:grpSpPr>
            <a:xfrm>
              <a:off x="6283774" y="2563537"/>
              <a:ext cx="972207" cy="1528797"/>
              <a:chOff x="6223631" y="2331189"/>
              <a:chExt cx="972207" cy="1528797"/>
            </a:xfrm>
          </p:grpSpPr>
          <p:cxnSp>
            <p:nvCxnSpPr>
              <p:cNvPr id="28" name="Straight Connector 27">
                <a:extLst>
                  <a:ext uri="{FF2B5EF4-FFF2-40B4-BE49-F238E27FC236}">
                    <a16:creationId xmlns:a16="http://schemas.microsoft.com/office/drawing/2014/main" id="{C3B0F07F-76C4-0E89-F4EC-48A3E0599C2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710371" y="2802106"/>
                <a:ext cx="0" cy="1057880"/>
              </a:xfrm>
              <a:prstGeom prst="line">
                <a:avLst/>
              </a:prstGeom>
              <a:ln w="12700">
                <a:solidFill>
                  <a:schemeClr val="accent6"/>
                </a:solidFill>
                <a:prstDash val="lg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9" name="Arrow: Down 28">
                <a:extLst>
                  <a:ext uri="{FF2B5EF4-FFF2-40B4-BE49-F238E27FC236}">
                    <a16:creationId xmlns:a16="http://schemas.microsoft.com/office/drawing/2014/main" id="{E6D456AD-5802-705D-66B8-493B5A63D5AC}"/>
                  </a:ext>
                </a:extLst>
              </p:cNvPr>
              <p:cNvSpPr/>
              <p:nvPr/>
            </p:nvSpPr>
            <p:spPr>
              <a:xfrm>
                <a:off x="6663379" y="2622052"/>
                <a:ext cx="90589" cy="124033"/>
              </a:xfrm>
              <a:prstGeom prst="downArrow">
                <a:avLst/>
              </a:prstGeom>
              <a:solidFill>
                <a:schemeClr val="accent6"/>
              </a:solidFill>
              <a:ln>
                <a:solidFill>
                  <a:srgbClr val="29292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72000" numCol="1" spcCol="0" rtlCol="0" fromWordArt="0" anchor="ctr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ctr"/>
                <a:endParaRPr lang="en-GB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731A9C6C-4ECB-11B0-8362-5E5545418886}"/>
                  </a:ext>
                </a:extLst>
              </p:cNvPr>
              <p:cNvSpPr txBox="1"/>
              <p:nvPr/>
            </p:nvSpPr>
            <p:spPr>
              <a:xfrm>
                <a:off x="6223631" y="2331189"/>
                <a:ext cx="972207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dirty="0">
                    <a:solidFill>
                      <a:schemeClr val="accent6"/>
                    </a:solidFill>
                  </a:rPr>
                  <a:t>now</a:t>
                </a:r>
              </a:p>
            </p:txBody>
          </p:sp>
        </p:grpSp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DD2CF3A3-F73A-43BC-D003-561DC8D9DF5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duotone>
                <a:prstClr val="black"/>
                <a:srgbClr val="FF0000">
                  <a:tint val="45000"/>
                  <a:satMod val="400000"/>
                </a:srgbClr>
              </a:duotone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sharpenSoften amount="50000"/>
                      </a14:imgEffect>
                      <a14:imgEffect>
                        <a14:colorTemperature colorTemp="11200"/>
                      </a14:imgEffect>
                      <a14:imgEffect>
                        <a14:saturation sat="4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 flipH="1">
              <a:off x="7284810" y="3691814"/>
              <a:ext cx="546962" cy="42370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9923070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E83F05C-38C8-F1BB-A97D-3B821D0729F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nl-NL" dirty="0"/>
              <a:t>Gold standard: </a:t>
            </a:r>
            <a:r>
              <a:rPr lang="nl-NL" dirty="0" err="1"/>
              <a:t>Climate</a:t>
            </a:r>
            <a:r>
              <a:rPr lang="nl-NL" dirty="0"/>
              <a:t> </a:t>
            </a:r>
            <a:r>
              <a:rPr lang="nl-NL" dirty="0" err="1"/>
              <a:t>Respiration</a:t>
            </a:r>
            <a:r>
              <a:rPr lang="nl-NL" dirty="0"/>
              <a:t> </a:t>
            </a:r>
            <a:r>
              <a:rPr lang="nl-NL" dirty="0" err="1"/>
              <a:t>Chamber</a:t>
            </a:r>
            <a:r>
              <a:rPr lang="nl-NL" dirty="0"/>
              <a:t> (CRC)</a:t>
            </a:r>
          </a:p>
          <a:p>
            <a:r>
              <a:rPr lang="nl-NL" dirty="0" err="1"/>
              <a:t>Challenges</a:t>
            </a:r>
            <a:r>
              <a:rPr lang="nl-NL" dirty="0"/>
              <a:t>: </a:t>
            </a:r>
            <a:r>
              <a:rPr lang="nl-NL" dirty="0" err="1"/>
              <a:t>expensive</a:t>
            </a:r>
            <a:r>
              <a:rPr lang="nl-NL" dirty="0"/>
              <a:t>, </a:t>
            </a:r>
            <a:r>
              <a:rPr lang="nl-NL" dirty="0" err="1"/>
              <a:t>confined</a:t>
            </a:r>
            <a:r>
              <a:rPr lang="nl-NL" dirty="0"/>
              <a:t> area, no </a:t>
            </a:r>
            <a:r>
              <a:rPr lang="nl-NL" dirty="0" err="1"/>
              <a:t>group</a:t>
            </a:r>
            <a:r>
              <a:rPr lang="nl-NL" dirty="0"/>
              <a:t> </a:t>
            </a:r>
            <a:r>
              <a:rPr lang="nl-NL" dirty="0" err="1"/>
              <a:t>behaviour</a:t>
            </a: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686EE96-69F8-1A43-0ABD-4C449E91AD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How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measure</a:t>
            </a:r>
            <a:r>
              <a:rPr lang="nl-NL" dirty="0"/>
              <a:t> Energy </a:t>
            </a:r>
            <a:r>
              <a:rPr lang="nl-NL" dirty="0" err="1"/>
              <a:t>Expenditure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9BC73D-2FA8-1A0B-9F1F-7ACFF225A07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algn="r"/>
            <a:fld id="{F25965E0-7062-474C-8671-DB3A3CE669B0}" type="slidenum">
              <a:rPr lang="en-GB" smtClean="0"/>
              <a:pPr algn="r"/>
              <a:t>3</a:t>
            </a:fld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029CF48-A9FC-A2EC-09F6-6AD7D2D8D5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6392" y="2223445"/>
            <a:ext cx="5347607" cy="2401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97678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93683D-E3FC-1D57-D15D-E83A73A303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1600" y="169210"/>
            <a:ext cx="8330400" cy="576832"/>
          </a:xfrm>
        </p:spPr>
        <p:txBody>
          <a:bodyPr/>
          <a:lstStyle/>
          <a:p>
            <a:r>
              <a:rPr lang="en-US" dirty="0"/>
              <a:t>Alternative</a:t>
            </a:r>
            <a:r>
              <a:rPr lang="nl-NL" dirty="0"/>
              <a:t> solution: Software sensor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B91690E-8A43-6F42-B8B8-5C76596C3B0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pPr algn="r"/>
            <a:fld id="{F25965E0-7062-474C-8671-DB3A3CE669B0}" type="slidenum">
              <a:rPr lang="en-GB" smtClean="0"/>
              <a:pPr algn="r"/>
              <a:t>4</a:t>
            </a:fld>
            <a:endParaRPr lang="en-GB" dirty="0"/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8C5BE448-1390-A6C2-107B-BE21D73D5E19}"/>
              </a:ext>
            </a:extLst>
          </p:cNvPr>
          <p:cNvSpPr/>
          <p:nvPr/>
        </p:nvSpPr>
        <p:spPr>
          <a:xfrm>
            <a:off x="3281711" y="2349924"/>
            <a:ext cx="420333" cy="441964"/>
          </a:xfrm>
          <a:prstGeom prst="rightArrow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7200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0AE2EAA1-046C-FD00-6521-688C6C216E10}"/>
              </a:ext>
            </a:extLst>
          </p:cNvPr>
          <p:cNvGrpSpPr/>
          <p:nvPr/>
        </p:nvGrpSpPr>
        <p:grpSpPr>
          <a:xfrm>
            <a:off x="5816507" y="1582060"/>
            <a:ext cx="2494727" cy="1699334"/>
            <a:chOff x="5816507" y="1582060"/>
            <a:chExt cx="2494727" cy="1699334"/>
          </a:xfrm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8CF73AF2-9DB2-F9C3-63AD-375B83CA204E}"/>
                </a:ext>
              </a:extLst>
            </p:cNvPr>
            <p:cNvGrpSpPr/>
            <p:nvPr/>
          </p:nvGrpSpPr>
          <p:grpSpPr>
            <a:xfrm>
              <a:off x="5903748" y="1582060"/>
              <a:ext cx="2407486" cy="1699334"/>
              <a:chOff x="5713441" y="1536692"/>
              <a:chExt cx="2407486" cy="1699334"/>
            </a:xfrm>
          </p:grpSpPr>
          <p:pic>
            <p:nvPicPr>
              <p:cNvPr id="26" name="Picture 25">
                <a:extLst>
                  <a:ext uri="{FF2B5EF4-FFF2-40B4-BE49-F238E27FC236}">
                    <a16:creationId xmlns:a16="http://schemas.microsoft.com/office/drawing/2014/main" id="{CC48D2F6-FAE0-931E-D24D-2B124C4094D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saturation sat="400000"/>
                        </a14:imgEffect>
                        <a14:imgEffect>
                          <a14:brightnessContrast contrast="40000"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 rot="5400000" flipV="1">
                <a:off x="6257754" y="1919464"/>
                <a:ext cx="1318860" cy="1314264"/>
              </a:xfrm>
              <a:prstGeom prst="rect">
                <a:avLst/>
              </a:prstGeom>
            </p:spPr>
          </p:pic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97894AF7-1542-B9D5-0EB2-73E4CD3D5237}"/>
                  </a:ext>
                </a:extLst>
              </p:cNvPr>
              <p:cNvSpPr txBox="1"/>
              <p:nvPr/>
            </p:nvSpPr>
            <p:spPr>
              <a:xfrm>
                <a:off x="5713441" y="1536692"/>
                <a:ext cx="2407486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ts val="18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i="0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j-lt"/>
                    <a:ea typeface="+mn-ea"/>
                    <a:cs typeface="+mn-cs"/>
                  </a:rPr>
                  <a:t>Target variable(s)</a:t>
                </a:r>
              </a:p>
            </p:txBody>
          </p:sp>
        </p:grpSp>
        <p:sp>
          <p:nvSpPr>
            <p:cNvPr id="25" name="Arrow: Right 24">
              <a:extLst>
                <a:ext uri="{FF2B5EF4-FFF2-40B4-BE49-F238E27FC236}">
                  <a16:creationId xmlns:a16="http://schemas.microsoft.com/office/drawing/2014/main" id="{AC430549-D0CE-F553-816B-A3E4905FE70E}"/>
                </a:ext>
              </a:extLst>
            </p:cNvPr>
            <p:cNvSpPr/>
            <p:nvPr/>
          </p:nvSpPr>
          <p:spPr>
            <a:xfrm>
              <a:off x="5816507" y="2349924"/>
              <a:ext cx="420333" cy="441964"/>
            </a:xfrm>
            <a:prstGeom prst="rightArrow">
              <a:avLst/>
            </a:prstGeom>
            <a:ln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91440" tIns="45720" rIns="91440" bIns="720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endParaRPr lang="en-GB" sz="14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6216E4CC-83D5-B59D-CF5D-0A5081A010BA}"/>
              </a:ext>
            </a:extLst>
          </p:cNvPr>
          <p:cNvGrpSpPr/>
          <p:nvPr/>
        </p:nvGrpSpPr>
        <p:grpSpPr>
          <a:xfrm>
            <a:off x="359960" y="1066751"/>
            <a:ext cx="2868960" cy="3187833"/>
            <a:chOff x="359960" y="1066751"/>
            <a:chExt cx="2868960" cy="3187833"/>
          </a:xfrm>
        </p:grpSpPr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4E9C4185-CEA6-DFFB-E6C4-19DA3D15F40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duotone>
                <a:prstClr val="black"/>
                <a:srgbClr val="D9C3A5">
                  <a:tint val="50000"/>
                  <a:satMod val="180000"/>
                </a:srgbClr>
              </a:duotone>
              <a:alphaModFix/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saturation sat="400000"/>
                      </a14:imgEffect>
                      <a14:imgEffect>
                        <a14:brightnessContrast bright="20000" contrast="-2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359960" y="1066751"/>
              <a:ext cx="2868960" cy="2729953"/>
            </a:xfrm>
            <a:prstGeom prst="rect">
              <a:avLst/>
            </a:prstGeom>
          </p:spPr>
        </p:pic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78812A29-ED62-2B81-FB6D-410A0BCBBC44}"/>
                </a:ext>
              </a:extLst>
            </p:cNvPr>
            <p:cNvSpPr txBox="1"/>
            <p:nvPr/>
          </p:nvSpPr>
          <p:spPr>
            <a:xfrm>
              <a:off x="565237" y="3721040"/>
              <a:ext cx="2458406" cy="5335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18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i="0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rPr>
                <a:t>Quantified animal technologies (Wearables)</a:t>
              </a: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3B4CAE4D-2197-C22E-0EDB-81C89F15D1C7}"/>
              </a:ext>
            </a:extLst>
          </p:cNvPr>
          <p:cNvGrpSpPr/>
          <p:nvPr/>
        </p:nvGrpSpPr>
        <p:grpSpPr>
          <a:xfrm>
            <a:off x="3626783" y="1307588"/>
            <a:ext cx="2170205" cy="2276532"/>
            <a:chOff x="3626783" y="1307588"/>
            <a:chExt cx="2170205" cy="2276532"/>
          </a:xfrm>
        </p:grpSpPr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778739CD-37AB-BE29-E663-0DD973947179}"/>
                </a:ext>
              </a:extLst>
            </p:cNvPr>
            <p:cNvGrpSpPr/>
            <p:nvPr/>
          </p:nvGrpSpPr>
          <p:grpSpPr>
            <a:xfrm>
              <a:off x="3626783" y="1307588"/>
              <a:ext cx="2170205" cy="2276532"/>
              <a:chOff x="3641542" y="1307588"/>
              <a:chExt cx="2170205" cy="2276532"/>
            </a:xfrm>
          </p:grpSpPr>
          <p:sp>
            <p:nvSpPr>
              <p:cNvPr id="34" name="Flowchart: Process 33">
                <a:extLst>
                  <a:ext uri="{FF2B5EF4-FFF2-40B4-BE49-F238E27FC236}">
                    <a16:creationId xmlns:a16="http://schemas.microsoft.com/office/drawing/2014/main" id="{93DBEEEC-1C06-6565-B6B5-BE98D88D005D}"/>
                  </a:ext>
                </a:extLst>
              </p:cNvPr>
              <p:cNvSpPr/>
              <p:nvPr/>
            </p:nvSpPr>
            <p:spPr>
              <a:xfrm>
                <a:off x="4026887" y="1843654"/>
                <a:ext cx="1399825" cy="487761"/>
              </a:xfrm>
              <a:prstGeom prst="flowChartProcess">
                <a:avLst/>
              </a:prstGeom>
              <a:solidFill>
                <a:schemeClr val="bg1"/>
              </a:solidFill>
              <a:ln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b="1" dirty="0">
                    <a:solidFill>
                      <a:srgbClr val="3245FA"/>
                    </a:solidFill>
                    <a:latin typeface="Century" panose="02040604050505020304" pitchFamily="18" charset="0"/>
                  </a:rPr>
                  <a:t>Hardware sensor(s)</a:t>
                </a:r>
              </a:p>
            </p:txBody>
          </p:sp>
          <p:sp>
            <p:nvSpPr>
              <p:cNvPr id="35" name="Flowchart: Process 34">
                <a:extLst>
                  <a:ext uri="{FF2B5EF4-FFF2-40B4-BE49-F238E27FC236}">
                    <a16:creationId xmlns:a16="http://schemas.microsoft.com/office/drawing/2014/main" id="{09170377-2864-FD7B-2BA3-E1BC837B9620}"/>
                  </a:ext>
                </a:extLst>
              </p:cNvPr>
              <p:cNvSpPr/>
              <p:nvPr/>
            </p:nvSpPr>
            <p:spPr>
              <a:xfrm>
                <a:off x="4047302" y="2921660"/>
                <a:ext cx="1399825" cy="487761"/>
              </a:xfrm>
              <a:prstGeom prst="flowChartProcess">
                <a:avLst/>
              </a:prstGeom>
              <a:solidFill>
                <a:schemeClr val="bg1"/>
              </a:solidFill>
              <a:ln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b="1" dirty="0">
                    <a:solidFill>
                      <a:srgbClr val="3245FA"/>
                    </a:solidFill>
                    <a:latin typeface="Century" panose="02040604050505020304" pitchFamily="18" charset="0"/>
                  </a:rPr>
                  <a:t>Model (software)</a:t>
                </a:r>
              </a:p>
            </p:txBody>
          </p:sp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215C948A-94E8-1194-112A-B23CAA6C9394}"/>
                  </a:ext>
                </a:extLst>
              </p:cNvPr>
              <p:cNvSpPr/>
              <p:nvPr/>
            </p:nvSpPr>
            <p:spPr>
              <a:xfrm>
                <a:off x="3891444" y="1747463"/>
                <a:ext cx="1711543" cy="1836657"/>
              </a:xfrm>
              <a:prstGeom prst="rect">
                <a:avLst/>
              </a:prstGeom>
              <a:noFill/>
              <a:ln w="9525">
                <a:solidFill>
                  <a:srgbClr val="000000"/>
                </a:solidFill>
                <a:prstDash val="sysDash"/>
              </a:ln>
              <a:effectLst>
                <a:glow rad="38100">
                  <a:srgbClr val="FF0000">
                    <a:alpha val="50000"/>
                  </a:srgbClr>
                </a:glo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solidFill>
                    <a:srgbClr val="000000"/>
                  </a:solidFill>
                  <a:latin typeface="Century" panose="02040604050505020304" pitchFamily="18" charset="0"/>
                </a:endParaRPr>
              </a:p>
            </p:txBody>
          </p: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BBC5488F-C337-CD5E-24F4-A1E5399667B9}"/>
                  </a:ext>
                </a:extLst>
              </p:cNvPr>
              <p:cNvSpPr txBox="1"/>
              <p:nvPr/>
            </p:nvSpPr>
            <p:spPr>
              <a:xfrm>
                <a:off x="3641542" y="1307588"/>
                <a:ext cx="2170205" cy="3027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ts val="18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1" i="0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j-lt"/>
                    <a:ea typeface="+mn-ea"/>
                    <a:cs typeface="+mn-cs"/>
                  </a:rPr>
                  <a:t>Software sensor</a:t>
                </a:r>
              </a:p>
            </p:txBody>
          </p:sp>
        </p:grpSp>
        <p:sp>
          <p:nvSpPr>
            <p:cNvPr id="33" name="Cross 32">
              <a:extLst>
                <a:ext uri="{FF2B5EF4-FFF2-40B4-BE49-F238E27FC236}">
                  <a16:creationId xmlns:a16="http://schemas.microsoft.com/office/drawing/2014/main" id="{DF2593E5-DB23-52C9-D428-B7FA0DB69CD3}"/>
                </a:ext>
              </a:extLst>
            </p:cNvPr>
            <p:cNvSpPr/>
            <p:nvPr/>
          </p:nvSpPr>
          <p:spPr>
            <a:xfrm>
              <a:off x="4518307" y="2431809"/>
              <a:ext cx="387155" cy="404096"/>
            </a:xfrm>
            <a:prstGeom prst="plus">
              <a:avLst>
                <a:gd name="adj" fmla="val 39395"/>
              </a:avLst>
            </a:prstGeom>
            <a:ln/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91440" tIns="45720" rIns="91440" bIns="720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endParaRPr lang="en-NL" sz="1400" dirty="0">
                <a:solidFill>
                  <a:schemeClr val="tx1"/>
                </a:solidFill>
              </a:endParaRPr>
            </a:p>
          </p:txBody>
        </p:sp>
      </p:grpSp>
      <p:sp>
        <p:nvSpPr>
          <p:cNvPr id="38" name="TextBox 37">
            <a:extLst>
              <a:ext uri="{FF2B5EF4-FFF2-40B4-BE49-F238E27FC236}">
                <a16:creationId xmlns:a16="http://schemas.microsoft.com/office/drawing/2014/main" id="{BC86C1B4-B470-5898-0317-CDC293C98463}"/>
              </a:ext>
            </a:extLst>
          </p:cNvPr>
          <p:cNvSpPr txBox="1"/>
          <p:nvPr/>
        </p:nvSpPr>
        <p:spPr>
          <a:xfrm>
            <a:off x="5977332" y="3635121"/>
            <a:ext cx="2407486" cy="5335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ts val="18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i="0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Dynamic energy expenditure</a:t>
            </a:r>
          </a:p>
        </p:txBody>
      </p:sp>
    </p:spTree>
    <p:extLst>
      <p:ext uri="{BB962C8B-B14F-4D97-AF65-F5344CB8AC3E}">
        <p14:creationId xmlns:p14="http://schemas.microsoft.com/office/powerpoint/2010/main" val="21596659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376010-C768-962C-152C-3302D5A960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Alternative</a:t>
            </a:r>
            <a:r>
              <a:rPr lang="nl-NL" dirty="0"/>
              <a:t>: Software sensor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C1C4F22-091C-9D2D-F0A9-45A063E0A6F9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pPr algn="r"/>
            <a:fld id="{F25965E0-7062-474C-8671-DB3A3CE669B0}" type="slidenum">
              <a:rPr lang="en-GB" smtClean="0"/>
              <a:pPr algn="r"/>
              <a:t>5</a:t>
            </a:fld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1203CD-47A7-34C0-D43D-7B8606408F8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DA13357E-AD90-1EA9-D9FC-07BF60854B2B}"/>
              </a:ext>
            </a:extLst>
          </p:cNvPr>
          <p:cNvGrpSpPr/>
          <p:nvPr/>
        </p:nvGrpSpPr>
        <p:grpSpPr>
          <a:xfrm>
            <a:off x="540574" y="2037379"/>
            <a:ext cx="8110226" cy="1876014"/>
            <a:chOff x="353374" y="1929388"/>
            <a:chExt cx="8110226" cy="1876014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9F3C3344-239F-2967-B888-4CEAFED71A8C}"/>
                </a:ext>
              </a:extLst>
            </p:cNvPr>
            <p:cNvGrpSpPr/>
            <p:nvPr/>
          </p:nvGrpSpPr>
          <p:grpSpPr>
            <a:xfrm>
              <a:off x="4340206" y="2155091"/>
              <a:ext cx="1650696" cy="1395306"/>
              <a:chOff x="4340868" y="2155091"/>
              <a:chExt cx="1650696" cy="1395306"/>
            </a:xfrm>
          </p:grpSpPr>
          <p:sp>
            <p:nvSpPr>
              <p:cNvPr id="17" name="Rounded Rectangle 16">
                <a:extLst>
                  <a:ext uri="{FF2B5EF4-FFF2-40B4-BE49-F238E27FC236}">
                    <a16:creationId xmlns:a16="http://schemas.microsoft.com/office/drawing/2014/main" id="{20BFA825-5AAF-E60E-4D30-EEB5F108C870}"/>
                  </a:ext>
                </a:extLst>
              </p:cNvPr>
              <p:cNvSpPr/>
              <p:nvPr/>
            </p:nvSpPr>
            <p:spPr>
              <a:xfrm>
                <a:off x="4744284" y="2250772"/>
                <a:ext cx="1247280" cy="1236601"/>
              </a:xfrm>
              <a:prstGeom prst="roundRect">
                <a:avLst>
                  <a:gd name="adj" fmla="val 30370"/>
                </a:avLst>
              </a:prstGeom>
              <a:noFill/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>
                <a:glow rad="38100">
                  <a:srgbClr val="70AD47">
                    <a:satMod val="175000"/>
                    <a:alpha val="51000"/>
                  </a:srgbClr>
                </a:glow>
              </a:effectLst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j-lt"/>
                    <a:ea typeface="+mn-ea"/>
                    <a:cs typeface="Calibri" panose="020F0502020204030204" pitchFamily="34" charset="0"/>
                  </a:rPr>
                  <a:t>MODEL</a:t>
                </a:r>
              </a:p>
            </p:txBody>
          </p:sp>
          <p:sp>
            <p:nvSpPr>
              <p:cNvPr id="18" name="Arrow: Right 17">
                <a:extLst>
                  <a:ext uri="{FF2B5EF4-FFF2-40B4-BE49-F238E27FC236}">
                    <a16:creationId xmlns:a16="http://schemas.microsoft.com/office/drawing/2014/main" id="{B3ECC95C-28B4-508D-EF29-4A200F25D608}"/>
                  </a:ext>
                </a:extLst>
              </p:cNvPr>
              <p:cNvSpPr/>
              <p:nvPr/>
            </p:nvSpPr>
            <p:spPr>
              <a:xfrm>
                <a:off x="4340868" y="2155091"/>
                <a:ext cx="359331" cy="1395306"/>
              </a:xfrm>
              <a:prstGeom prst="rightArrow">
                <a:avLst>
                  <a:gd name="adj1" fmla="val 85156"/>
                  <a:gd name="adj2" fmla="val 50000"/>
                </a:avLst>
              </a:prstGeom>
              <a:noFill/>
              <a:ln>
                <a:solidFill>
                  <a:srgbClr val="29292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72000" numCol="1" spcCol="0" rtlCol="0" fromWordArt="0" anchor="ctr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4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5172"/>
                  </a:solidFill>
                  <a:effectLst/>
                  <a:uLnTx/>
                  <a:uFillTx/>
                  <a:latin typeface="Verdana"/>
                  <a:ea typeface="+mn-ea"/>
                  <a:cs typeface="+mn-cs"/>
                </a:endParaRPr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CE49E0F7-FB28-BC58-3213-EC8C0CE8347A}"/>
                </a:ext>
              </a:extLst>
            </p:cNvPr>
            <p:cNvGrpSpPr/>
            <p:nvPr/>
          </p:nvGrpSpPr>
          <p:grpSpPr>
            <a:xfrm>
              <a:off x="6194873" y="2171420"/>
              <a:ext cx="2268727" cy="1395306"/>
              <a:chOff x="6194873" y="2171420"/>
              <a:chExt cx="2268727" cy="1395306"/>
            </a:xfrm>
          </p:grpSpPr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B03DACC-9CC2-614C-6152-419A43E1A789}"/>
                  </a:ext>
                </a:extLst>
              </p:cNvPr>
              <p:cNvSpPr txBox="1"/>
              <p:nvPr/>
            </p:nvSpPr>
            <p:spPr>
              <a:xfrm>
                <a:off x="6737013" y="2264746"/>
                <a:ext cx="1726587" cy="1077218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marL="214313" marR="0" lvl="0" indent="-214313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en-GB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j-lt"/>
                    <a:ea typeface="+mn-ea"/>
                    <a:cs typeface="+mn-cs"/>
                  </a:rPr>
                  <a:t>Energy Expenditure</a:t>
                </a:r>
              </a:p>
              <a:p>
                <a:pPr marL="214313" marR="0" lvl="0" indent="-214313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lang="en-GB" sz="1600" dirty="0">
                    <a:solidFill>
                      <a:srgbClr val="000000"/>
                    </a:solidFill>
                    <a:latin typeface="+mj-lt"/>
                  </a:rPr>
                  <a:t>Core temperature</a:t>
                </a:r>
                <a:endParaRPr kumimoji="0" lang="en-GB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endParaRPr>
              </a:p>
            </p:txBody>
          </p:sp>
          <p:sp>
            <p:nvSpPr>
              <p:cNvPr id="16" name="Arrow: Right 15">
                <a:extLst>
                  <a:ext uri="{FF2B5EF4-FFF2-40B4-BE49-F238E27FC236}">
                    <a16:creationId xmlns:a16="http://schemas.microsoft.com/office/drawing/2014/main" id="{9C7FCEB8-6EB9-5E75-0A57-806C45929C09}"/>
                  </a:ext>
                </a:extLst>
              </p:cNvPr>
              <p:cNvSpPr/>
              <p:nvPr/>
            </p:nvSpPr>
            <p:spPr>
              <a:xfrm>
                <a:off x="6194873" y="2171420"/>
                <a:ext cx="359331" cy="1395306"/>
              </a:xfrm>
              <a:prstGeom prst="rightArrow">
                <a:avLst>
                  <a:gd name="adj1" fmla="val 85156"/>
                  <a:gd name="adj2" fmla="val 50000"/>
                </a:avLst>
              </a:prstGeom>
              <a:noFill/>
              <a:ln>
                <a:solidFill>
                  <a:srgbClr val="29292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72000" numCol="1" spcCol="0" rtlCol="0" fromWordArt="0" anchor="ctr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4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5172"/>
                  </a:solidFill>
                  <a:effectLst/>
                  <a:uLnTx/>
                  <a:uFillTx/>
                  <a:latin typeface="Verdana"/>
                  <a:ea typeface="+mn-ea"/>
                  <a:cs typeface="+mn-cs"/>
                </a:endParaRPr>
              </a:p>
            </p:txBody>
          </p: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C91A77D9-BFB9-9433-9D61-AC2BD9C6A354}"/>
                </a:ext>
              </a:extLst>
            </p:cNvPr>
            <p:cNvGrpSpPr/>
            <p:nvPr/>
          </p:nvGrpSpPr>
          <p:grpSpPr>
            <a:xfrm>
              <a:off x="353374" y="1929388"/>
              <a:ext cx="4059994" cy="1876014"/>
              <a:chOff x="353374" y="1929388"/>
              <a:chExt cx="4059994" cy="1876014"/>
            </a:xfrm>
          </p:grpSpPr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97986BC3-8A91-6578-65C8-0A6512A6EDFD}"/>
                  </a:ext>
                </a:extLst>
              </p:cNvPr>
              <p:cNvGrpSpPr/>
              <p:nvPr/>
            </p:nvGrpSpPr>
            <p:grpSpPr>
              <a:xfrm>
                <a:off x="2353171" y="2308006"/>
                <a:ext cx="2060197" cy="1079008"/>
                <a:chOff x="1815328" y="1927651"/>
                <a:chExt cx="2060197" cy="1079008"/>
              </a:xfrm>
            </p:grpSpPr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517E3339-4809-E875-2639-3DEABF24500C}"/>
                    </a:ext>
                  </a:extLst>
                </p:cNvPr>
                <p:cNvSpPr txBox="1"/>
                <p:nvPr/>
              </p:nvSpPr>
              <p:spPr>
                <a:xfrm>
                  <a:off x="1952253" y="1929441"/>
                  <a:ext cx="1923272" cy="1077218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marL="214313" marR="0" lvl="0" indent="-214313" algn="l" defTabSz="6858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 typeface="Arial" panose="020B0604020202020204" pitchFamily="34" charset="0"/>
                    <a:buChar char="•"/>
                    <a:tabLst/>
                    <a:defRPr/>
                  </a:pPr>
                  <a:r>
                    <a:rPr kumimoji="0" lang="nl-NL" sz="1600" b="0" i="0" u="none" strike="noStrike" kern="1200" cap="none" spc="0" normalizeH="0" baseline="0" dirty="0" err="1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+mj-lt"/>
                    </a:rPr>
                    <a:t>Heart</a:t>
                  </a:r>
                  <a:r>
                    <a:rPr kumimoji="0" lang="nl-NL" sz="1600" b="0" i="0" u="none" strike="noStrike" kern="1200" cap="none" spc="0" normalizeH="0" baseline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+mj-lt"/>
                    </a:rPr>
                    <a:t> </a:t>
                  </a:r>
                  <a:r>
                    <a:rPr kumimoji="0" lang="nl-NL" sz="1600" b="0" i="0" u="none" strike="noStrike" kern="1200" cap="none" spc="0" normalizeH="0" baseline="0" dirty="0" err="1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+mj-lt"/>
                    </a:rPr>
                    <a:t>rate</a:t>
                  </a:r>
                  <a:endParaRPr kumimoji="0" lang="nl-NL" sz="1600" b="0" i="0" u="none" strike="noStrike" kern="1200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j-lt"/>
                  </a:endParaRPr>
                </a:p>
                <a:p>
                  <a:pPr marL="214313" marR="0" lvl="0" indent="-214313" algn="l" defTabSz="6858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 typeface="Arial" panose="020B0604020202020204" pitchFamily="34" charset="0"/>
                    <a:buChar char="•"/>
                    <a:tabLst/>
                    <a:defRPr/>
                  </a:pPr>
                  <a:r>
                    <a:rPr kumimoji="0" lang="nl-NL" sz="16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+mj-lt"/>
                    </a:rPr>
                    <a:t>Heat flux</a:t>
                  </a:r>
                </a:p>
                <a:p>
                  <a:pPr marL="214313" marR="0" lvl="0" indent="-214313" algn="l" defTabSz="6858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 typeface="Arial" panose="020B0604020202020204" pitchFamily="34" charset="0"/>
                    <a:buChar char="•"/>
                    <a:tabLst/>
                    <a:defRPr/>
                  </a:pPr>
                  <a:r>
                    <a:rPr kumimoji="0" lang="nl-NL" sz="1600" b="0" i="0" u="none" strike="noStrike" kern="1200" cap="none" spc="0" normalizeH="0" baseline="0" noProof="0" dirty="0" err="1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+mj-lt"/>
                    </a:rPr>
                    <a:t>Temperature</a:t>
                  </a:r>
                  <a:endParaRPr kumimoji="0" lang="nl-NL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j-lt"/>
                  </a:endParaRPr>
                </a:p>
                <a:p>
                  <a:pPr marL="214313" marR="0" lvl="0" indent="-214313" algn="l" defTabSz="6858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 typeface="Arial" panose="020B0604020202020204" pitchFamily="34" charset="0"/>
                    <a:buChar char="•"/>
                    <a:tabLst/>
                    <a:defRPr/>
                  </a:pPr>
                  <a:r>
                    <a:rPr kumimoji="0" lang="nl-NL" sz="16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+mj-lt"/>
                    </a:rPr>
                    <a:t>Activity</a:t>
                  </a:r>
                </a:p>
              </p:txBody>
            </p:sp>
            <p:sp>
              <p:nvSpPr>
                <p:cNvPr id="14" name="Left Brace 13">
                  <a:extLst>
                    <a:ext uri="{FF2B5EF4-FFF2-40B4-BE49-F238E27FC236}">
                      <a16:creationId xmlns:a16="http://schemas.microsoft.com/office/drawing/2014/main" id="{5DE56D9E-30D4-55A2-3D4E-86A1CE3FFF29}"/>
                    </a:ext>
                  </a:extLst>
                </p:cNvPr>
                <p:cNvSpPr/>
                <p:nvPr/>
              </p:nvSpPr>
              <p:spPr>
                <a:xfrm>
                  <a:off x="1815328" y="1927651"/>
                  <a:ext cx="233041" cy="1077211"/>
                </a:xfrm>
                <a:prstGeom prst="leftBrace">
                  <a:avLst>
                    <a:gd name="adj1" fmla="val 115560"/>
                    <a:gd name="adj2" fmla="val 50000"/>
                  </a:avLst>
                </a:prstGeom>
                <a:ln w="12700">
                  <a:solidFill>
                    <a:srgbClr val="29292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marL="0" marR="0" lvl="0" indent="0" algn="ctr" defTabSz="6858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35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E6E4E92F-7D60-505B-01B6-8712A6E26D5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backgroundRemoval t="7654" b="92840" l="2889" r="95556">
                            <a14:foregroundMark x1="50000" y1="92840" x2="50000" y2="92840"/>
                            <a14:foregroundMark x1="7778" y1="32346" x2="7778" y2="32346"/>
                            <a14:foregroundMark x1="3333" y1="31111" x2="3333" y2="31111"/>
                            <a14:foregroundMark x1="95556" y1="29383" x2="95556" y2="29383"/>
                            <a14:foregroundMark x1="18667" y1="27160" x2="18667" y2="27160"/>
                            <a14:foregroundMark x1="29778" y1="7654" x2="29778" y2="7654"/>
                          </a14:backgroundRemoval>
                        </a14:imgEffect>
                        <a14:imgEffect>
                          <a14:sharpenSoften amount="50000"/>
                        </a14:imgEffect>
                        <a14:imgEffect>
                          <a14:brightnessContrast contrast="-40000"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353374" y="1929388"/>
                <a:ext cx="2084460" cy="1876014"/>
              </a:xfrm>
              <a:prstGeom prst="rect">
                <a:avLst/>
              </a:prstGeom>
            </p:spPr>
          </p:pic>
          <p:pic>
            <p:nvPicPr>
              <p:cNvPr id="12" name="Picture 11">
                <a:extLst>
                  <a:ext uri="{FF2B5EF4-FFF2-40B4-BE49-F238E27FC236}">
                    <a16:creationId xmlns:a16="http://schemas.microsoft.com/office/drawing/2014/main" id="{86DA9F46-4A67-0E37-DD63-66C5876E6A1E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5">
                <a:extLst>
                  <a:ext uri="{BEBA8EAE-BF5A-486C-A8C5-ECC9F3942E4B}">
                    <a14:imgProps xmlns:a14="http://schemas.microsoft.com/office/drawing/2010/main">
                      <a14:imgLayer r:embed="rId6">
                        <a14:imgEffect>
                          <a14:sharpenSoften amount="50000"/>
                        </a14:imgEffect>
                      </a14:imgLayer>
                    </a14:imgProps>
                  </a:ext>
                </a:extLst>
              </a:blip>
              <a:srcRect l="23905" t="2320" r="18066" b="16191"/>
              <a:stretch/>
            </p:blipFill>
            <p:spPr>
              <a:xfrm>
                <a:off x="1930359" y="2535347"/>
                <a:ext cx="370550" cy="536015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0323137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920086D-FC63-BD13-4EE8-3C4CFE1110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1600" y="169210"/>
            <a:ext cx="8330400" cy="513890"/>
          </a:xfrm>
        </p:spPr>
        <p:txBody>
          <a:bodyPr/>
          <a:lstStyle/>
          <a:p>
            <a:r>
              <a:rPr lang="nl-NL" dirty="0"/>
              <a:t>EnergyTag: </a:t>
            </a:r>
            <a:r>
              <a:rPr lang="en-US" dirty="0"/>
              <a:t>Experimental</a:t>
            </a:r>
            <a:r>
              <a:rPr lang="nl-NL" dirty="0"/>
              <a:t> Setup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1B883C-72D8-3B2F-80E9-098073DAC32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algn="r"/>
            <a:fld id="{F25965E0-7062-474C-8671-DB3A3CE669B0}" type="slidenum">
              <a:rPr lang="en-GB" smtClean="0"/>
              <a:pPr algn="r"/>
              <a:t>6</a:t>
            </a:fld>
            <a:endParaRPr lang="en-GB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88AE326-0D74-9C0F-5AB7-9A1C248ECD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94" y="860844"/>
            <a:ext cx="7841812" cy="3974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0228941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2E76103-1FC4-07D1-46EC-1DD55BA8636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920086D-FC63-BD13-4EE8-3C4CFE1110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EnergyTag</a:t>
            </a:r>
            <a:r>
              <a:rPr lang="nl-NL" dirty="0"/>
              <a:t> </a:t>
            </a:r>
            <a:r>
              <a:rPr lang="nl-NL" dirty="0" err="1"/>
              <a:t>initial</a:t>
            </a:r>
            <a:r>
              <a:rPr lang="nl-NL" dirty="0"/>
              <a:t> </a:t>
            </a:r>
            <a:r>
              <a:rPr lang="nl-NL" dirty="0" err="1"/>
              <a:t>experimental</a:t>
            </a:r>
            <a:r>
              <a:rPr lang="nl-NL" dirty="0"/>
              <a:t> plan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1B883C-72D8-3B2F-80E9-098073DAC32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algn="r"/>
            <a:fld id="{F25965E0-7062-474C-8671-DB3A3CE669B0}" type="slidenum">
              <a:rPr lang="en-GB" smtClean="0"/>
              <a:pPr algn="r"/>
              <a:t>7</a:t>
            </a:fld>
            <a:endParaRPr lang="en-GB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A37F2496-6EB3-D03D-8244-A8E8095D6F4B}"/>
              </a:ext>
            </a:extLst>
          </p:cNvPr>
          <p:cNvGrpSpPr/>
          <p:nvPr/>
        </p:nvGrpSpPr>
        <p:grpSpPr>
          <a:xfrm>
            <a:off x="581342" y="2128487"/>
            <a:ext cx="8162613" cy="2421996"/>
            <a:chOff x="858923" y="1548823"/>
            <a:chExt cx="8162613" cy="2421996"/>
          </a:xfrm>
        </p:grpSpPr>
        <p:pic>
          <p:nvPicPr>
            <p:cNvPr id="5" name="Picture 6">
              <a:extLst>
                <a:ext uri="{FF2B5EF4-FFF2-40B4-BE49-F238E27FC236}">
                  <a16:creationId xmlns:a16="http://schemas.microsoft.com/office/drawing/2014/main" id="{79F4E147-771E-908D-B4BC-0BC2F04DA77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526973" y="1548823"/>
              <a:ext cx="5494563" cy="242199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" name="Picture 4">
              <a:extLst>
                <a:ext uri="{FF2B5EF4-FFF2-40B4-BE49-F238E27FC236}">
                  <a16:creationId xmlns:a16="http://schemas.microsoft.com/office/drawing/2014/main" id="{F64E55C5-1C5B-740A-AAD3-721B1CCC901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3326" t="8031" r="31845" b="45788"/>
            <a:stretch/>
          </p:blipFill>
          <p:spPr bwMode="auto">
            <a:xfrm>
              <a:off x="858923" y="1813242"/>
              <a:ext cx="2302328" cy="169000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5792128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C6B2F92-D6A6-E29E-94B9-B292B9CBB5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1600" y="169210"/>
            <a:ext cx="8330400" cy="576832"/>
          </a:xfrm>
        </p:spPr>
        <p:txBody>
          <a:bodyPr wrap="square" anchor="t">
            <a:normAutofit/>
          </a:bodyPr>
          <a:lstStyle/>
          <a:p>
            <a:r>
              <a:rPr lang="nl-NL" dirty="0" err="1"/>
              <a:t>EnergyTag</a:t>
            </a:r>
            <a:r>
              <a:rPr lang="nl-NL" dirty="0"/>
              <a:t>: Wearable sensors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9C33A5-4342-17C8-18BA-42F764CB7845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8463600" y="4773600"/>
            <a:ext cx="468000" cy="123188"/>
          </a:xfrm>
        </p:spPr>
        <p:txBody>
          <a:bodyPr wrap="square">
            <a:normAutofit/>
          </a:bodyPr>
          <a:lstStyle/>
          <a:p>
            <a:pPr algn="r">
              <a:spcAft>
                <a:spcPts val="600"/>
              </a:spcAft>
            </a:pPr>
            <a:fld id="{F25965E0-7062-474C-8671-DB3A3CE669B0}" type="slidenum">
              <a:rPr lang="en-GB" smtClean="0"/>
              <a:pPr algn="r">
                <a:spcAft>
                  <a:spcPts val="600"/>
                </a:spcAft>
              </a:pPr>
              <a:t>8</a:t>
            </a:fld>
            <a:endParaRPr lang="en-GB"/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957D878C-76CB-D140-8C07-E4EE3E1CD82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93200" y="1368000"/>
            <a:ext cx="4104000" cy="3092400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8" name="Picture 7" descr="A person in a white coat with a bandage on a pig lying on hay&#10;&#10;Description automatically generated">
            <a:extLst>
              <a:ext uri="{FF2B5EF4-FFF2-40B4-BE49-F238E27FC236}">
                <a16:creationId xmlns:a16="http://schemas.microsoft.com/office/drawing/2014/main" id="{5D85BAC4-938B-4709-6437-98EA624046AE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032" r="27354" b="13281"/>
          <a:stretch/>
        </p:blipFill>
        <p:spPr>
          <a:xfrm>
            <a:off x="1280785" y="1223182"/>
            <a:ext cx="2185930" cy="3237218"/>
          </a:xfrm>
          <a:prstGeom prst="rect">
            <a:avLst/>
          </a:prstGeom>
        </p:spPr>
      </p:pic>
      <p:pic>
        <p:nvPicPr>
          <p:cNvPr id="5" name="Picture 4" descr="A pig with a wound attached to it&#10;&#10;Description automatically generated">
            <a:extLst>
              <a:ext uri="{FF2B5EF4-FFF2-40B4-BE49-F238E27FC236}">
                <a16:creationId xmlns:a16="http://schemas.microsoft.com/office/drawing/2014/main" id="{62866C5A-5224-54F1-46F5-2D785D278FE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2136" y="1368000"/>
            <a:ext cx="4008664" cy="3006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30632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CF0039-CC41-A506-34C2-D603BDB361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EnergyTag</a:t>
            </a:r>
            <a:r>
              <a:rPr lang="nl-NL" dirty="0"/>
              <a:t> </a:t>
            </a:r>
            <a:r>
              <a:rPr lang="nl-NL" dirty="0" err="1"/>
              <a:t>experimental</a:t>
            </a:r>
            <a:r>
              <a:rPr lang="nl-NL" dirty="0"/>
              <a:t> setup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21305B-F2C8-5381-DC0B-1486D6A0BE1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pPr algn="r"/>
            <a:fld id="{F25965E0-7062-474C-8671-DB3A3CE669B0}" type="slidenum">
              <a:rPr lang="en-GB" smtClean="0"/>
              <a:pPr algn="r"/>
              <a:t>9</a:t>
            </a:fld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B92CD5-AF2D-0167-12D2-F74F8293E8C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29A1693-AFC0-04B0-23C3-5EFCDCA8258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4569"/>
          <a:stretch/>
        </p:blipFill>
        <p:spPr>
          <a:xfrm>
            <a:off x="4726800" y="1283196"/>
            <a:ext cx="4341326" cy="3101735"/>
          </a:xfrm>
          <a:prstGeom prst="rect">
            <a:avLst/>
          </a:prstGeom>
        </p:spPr>
      </p:pic>
      <p:pic>
        <p:nvPicPr>
          <p:cNvPr id="8" name="Picture 7" descr="A cage with brown paper bags and straw&#10;&#10;Description automatically generated">
            <a:extLst>
              <a:ext uri="{FF2B5EF4-FFF2-40B4-BE49-F238E27FC236}">
                <a16:creationId xmlns:a16="http://schemas.microsoft.com/office/drawing/2014/main" id="{3BBDBAA6-54E5-3DB7-DC75-60E06596716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179" b="27543"/>
          <a:stretch/>
        </p:blipFill>
        <p:spPr>
          <a:xfrm>
            <a:off x="363600" y="1283198"/>
            <a:ext cx="4208400" cy="3101734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2676851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A2476-B906-25FB-52C9-C8C423DBE8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Preprocessing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8E3ACC6-79DD-6FFA-2EBA-123110898743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pPr algn="r"/>
            <a:fld id="{F25965E0-7062-474C-8671-DB3A3CE669B0}" type="slidenum">
              <a:rPr lang="en-GB" smtClean="0"/>
              <a:pPr algn="r"/>
              <a:t>10</a:t>
            </a:fld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5FF347-82DF-75FE-EFF3-71C5093F168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93199" y="1368000"/>
            <a:ext cx="8330399" cy="3092400"/>
          </a:xfrm>
        </p:spPr>
        <p:txBody>
          <a:bodyPr/>
          <a:lstStyle/>
          <a:p>
            <a:r>
              <a:rPr lang="en-US" dirty="0"/>
              <a:t>Divide data into blocks corresponding to CRC measurements.</a:t>
            </a:r>
          </a:p>
          <a:p>
            <a:r>
              <a:rPr lang="en-US" dirty="0"/>
              <a:t>For each block calculate features:</a:t>
            </a:r>
            <a:br>
              <a:rPr lang="en-US" dirty="0"/>
            </a:br>
            <a:r>
              <a:rPr lang="en-US" dirty="0"/>
              <a:t>Heat flux: mean, slope.</a:t>
            </a:r>
            <a:br>
              <a:rPr lang="en-US" dirty="0"/>
            </a:br>
            <a:r>
              <a:rPr lang="en-US" dirty="0"/>
              <a:t>Skin temperature: mean, slope.</a:t>
            </a:r>
            <a:br>
              <a:rPr lang="en-US" dirty="0"/>
            </a:br>
            <a:r>
              <a:rPr lang="en-US" dirty="0"/>
              <a:t>Overall Dynamic Body Acceleration (ODBA): min, max, mean.</a:t>
            </a:r>
          </a:p>
          <a:p>
            <a:endParaRPr lang="en-US" dirty="0"/>
          </a:p>
          <a:p>
            <a:endParaRPr lang="en-US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6F757053-11F4-D5EE-D47E-C446832DB066}"/>
              </a:ext>
            </a:extLst>
          </p:cNvPr>
          <p:cNvGrpSpPr/>
          <p:nvPr/>
        </p:nvGrpSpPr>
        <p:grpSpPr>
          <a:xfrm>
            <a:off x="561600" y="771737"/>
            <a:ext cx="7902000" cy="341970"/>
            <a:chOff x="561600" y="886036"/>
            <a:chExt cx="7902000" cy="34197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87ADF36B-7152-84DE-CD86-ED28DAA6DCDA}"/>
                </a:ext>
              </a:extLst>
            </p:cNvPr>
            <p:cNvSpPr/>
            <p:nvPr/>
          </p:nvSpPr>
          <p:spPr>
            <a:xfrm>
              <a:off x="561600" y="886036"/>
              <a:ext cx="6296400" cy="334313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720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nl-NL" sz="1400" dirty="0">
                  <a:solidFill>
                    <a:sysClr val="windowText" lastClr="000000"/>
                  </a:solidFill>
                </a:rPr>
                <a:t>Train split</a:t>
              </a:r>
              <a:endParaRPr lang="en-US" sz="14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9F93B41-CF63-9961-2321-B71563269382}"/>
                </a:ext>
              </a:extLst>
            </p:cNvPr>
            <p:cNvSpPr/>
            <p:nvPr/>
          </p:nvSpPr>
          <p:spPr>
            <a:xfrm>
              <a:off x="6858000" y="893693"/>
              <a:ext cx="1605600" cy="334313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720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nl-NL" sz="1400" dirty="0">
                  <a:solidFill>
                    <a:sysClr val="windowText" lastClr="000000"/>
                  </a:solidFill>
                </a:rPr>
                <a:t>Test split</a:t>
              </a:r>
              <a:endParaRPr lang="en-US" sz="1400" dirty="0">
                <a:solidFill>
                  <a:sysClr val="windowText" lastClr="000000"/>
                </a:solidFill>
              </a:endParaRP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CB3D9C4A-9727-521D-9C14-97E55485C3C2}"/>
              </a:ext>
            </a:extLst>
          </p:cNvPr>
          <p:cNvGrpSpPr/>
          <p:nvPr/>
        </p:nvGrpSpPr>
        <p:grpSpPr>
          <a:xfrm>
            <a:off x="561600" y="1099880"/>
            <a:ext cx="950400" cy="340483"/>
            <a:chOff x="561600" y="1099880"/>
            <a:chExt cx="950400" cy="340483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4CBCEDD1-D017-D3E1-8B0D-61EA34628C7F}"/>
                </a:ext>
              </a:extLst>
            </p:cNvPr>
            <p:cNvGrpSpPr/>
            <p:nvPr/>
          </p:nvGrpSpPr>
          <p:grpSpPr>
            <a:xfrm>
              <a:off x="561600" y="1100420"/>
              <a:ext cx="475200" cy="339943"/>
              <a:chOff x="561600" y="1100420"/>
              <a:chExt cx="475200" cy="339943"/>
            </a:xfrm>
          </p:grpSpPr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9D745349-EA76-03A6-8C74-5F391422022C}"/>
                  </a:ext>
                </a:extLst>
              </p:cNvPr>
              <p:cNvGrpSpPr/>
              <p:nvPr/>
            </p:nvGrpSpPr>
            <p:grpSpPr>
              <a:xfrm>
                <a:off x="561600" y="1102297"/>
                <a:ext cx="237600" cy="338066"/>
                <a:chOff x="561600" y="1095494"/>
                <a:chExt cx="237600" cy="338066"/>
              </a:xfrm>
            </p:grpSpPr>
            <p:sp>
              <p:nvSpPr>
                <p:cNvPr id="10" name="Rectangle 9">
                  <a:extLst>
                    <a:ext uri="{FF2B5EF4-FFF2-40B4-BE49-F238E27FC236}">
                      <a16:creationId xmlns:a16="http://schemas.microsoft.com/office/drawing/2014/main" id="{D4945955-7B53-B7DF-218F-E3B25BDC3E06}"/>
                    </a:ext>
                  </a:extLst>
                </p:cNvPr>
                <p:cNvSpPr/>
                <p:nvPr/>
              </p:nvSpPr>
              <p:spPr>
                <a:xfrm>
                  <a:off x="561600" y="1095494"/>
                  <a:ext cx="118800" cy="334313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72000" numCol="1" spcCol="0" rtlCol="0" fromWordArt="0" anchor="ctr" anchorCtr="0" forceAA="0" compatLnSpc="1">
                  <a:prstTxWarp prst="textNoShape">
                    <a:avLst/>
                  </a:prstTxWarp>
                  <a:spAutoFit/>
                </a:bodyPr>
                <a:lstStyle/>
                <a:p>
                  <a:pPr algn="ctr"/>
                  <a:endParaRPr lang="en-US" sz="1400" dirty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D2932632-C377-E3B1-2150-BC7B066774B8}"/>
                    </a:ext>
                  </a:extLst>
                </p:cNvPr>
                <p:cNvSpPr/>
                <p:nvPr/>
              </p:nvSpPr>
              <p:spPr>
                <a:xfrm>
                  <a:off x="680400" y="1099247"/>
                  <a:ext cx="118800" cy="334313"/>
                </a:xfrm>
                <a:prstGeom prst="rect">
                  <a:avLst/>
                </a:prstGeom>
                <a:solidFill>
                  <a:schemeClr val="tx2">
                    <a:lumMod val="60000"/>
                    <a:lumOff val="40000"/>
                  </a:schemeClr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72000" numCol="1" spcCol="0" rtlCol="0" fromWordArt="0" anchor="ctr" anchorCtr="0" forceAA="0" compatLnSpc="1">
                  <a:prstTxWarp prst="textNoShape">
                    <a:avLst/>
                  </a:prstTxWarp>
                  <a:spAutoFit/>
                </a:bodyPr>
                <a:lstStyle/>
                <a:p>
                  <a:pPr algn="ctr"/>
                  <a:endParaRPr lang="en-US" sz="1400" dirty="0">
                    <a:solidFill>
                      <a:sysClr val="windowText" lastClr="000000"/>
                    </a:solidFill>
                  </a:endParaRPr>
                </a:p>
              </p:txBody>
            </p:sp>
          </p:grpSp>
          <p:grpSp>
            <p:nvGrpSpPr>
              <p:cNvPr id="16" name="Group 15">
                <a:extLst>
                  <a:ext uri="{FF2B5EF4-FFF2-40B4-BE49-F238E27FC236}">
                    <a16:creationId xmlns:a16="http://schemas.microsoft.com/office/drawing/2014/main" id="{7166EF51-DCCB-5753-2147-3707A8420440}"/>
                  </a:ext>
                </a:extLst>
              </p:cNvPr>
              <p:cNvGrpSpPr/>
              <p:nvPr/>
            </p:nvGrpSpPr>
            <p:grpSpPr>
              <a:xfrm>
                <a:off x="799200" y="1100420"/>
                <a:ext cx="237600" cy="338066"/>
                <a:chOff x="561600" y="1095494"/>
                <a:chExt cx="237600" cy="338066"/>
              </a:xfrm>
            </p:grpSpPr>
            <p:sp>
              <p:nvSpPr>
                <p:cNvPr id="17" name="Rectangle 16">
                  <a:extLst>
                    <a:ext uri="{FF2B5EF4-FFF2-40B4-BE49-F238E27FC236}">
                      <a16:creationId xmlns:a16="http://schemas.microsoft.com/office/drawing/2014/main" id="{D2792B32-007B-FE6A-6E03-4759D429C6AB}"/>
                    </a:ext>
                  </a:extLst>
                </p:cNvPr>
                <p:cNvSpPr/>
                <p:nvPr/>
              </p:nvSpPr>
              <p:spPr>
                <a:xfrm>
                  <a:off x="561600" y="1095494"/>
                  <a:ext cx="118800" cy="334313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72000" numCol="1" spcCol="0" rtlCol="0" fromWordArt="0" anchor="ctr" anchorCtr="0" forceAA="0" compatLnSpc="1">
                  <a:prstTxWarp prst="textNoShape">
                    <a:avLst/>
                  </a:prstTxWarp>
                  <a:spAutoFit/>
                </a:bodyPr>
                <a:lstStyle/>
                <a:p>
                  <a:pPr algn="ctr"/>
                  <a:endParaRPr lang="en-US" sz="1400" dirty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8" name="Rectangle 17">
                  <a:extLst>
                    <a:ext uri="{FF2B5EF4-FFF2-40B4-BE49-F238E27FC236}">
                      <a16:creationId xmlns:a16="http://schemas.microsoft.com/office/drawing/2014/main" id="{CA428147-A177-FE1C-8566-92E6B6281142}"/>
                    </a:ext>
                  </a:extLst>
                </p:cNvPr>
                <p:cNvSpPr/>
                <p:nvPr/>
              </p:nvSpPr>
              <p:spPr>
                <a:xfrm>
                  <a:off x="680400" y="1099247"/>
                  <a:ext cx="118800" cy="334313"/>
                </a:xfrm>
                <a:prstGeom prst="rect">
                  <a:avLst/>
                </a:prstGeom>
                <a:solidFill>
                  <a:schemeClr val="tx2">
                    <a:lumMod val="60000"/>
                    <a:lumOff val="40000"/>
                  </a:schemeClr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72000" numCol="1" spcCol="0" rtlCol="0" fromWordArt="0" anchor="ctr" anchorCtr="0" forceAA="0" compatLnSpc="1">
                  <a:prstTxWarp prst="textNoShape">
                    <a:avLst/>
                  </a:prstTxWarp>
                  <a:spAutoFit/>
                </a:bodyPr>
                <a:lstStyle/>
                <a:p>
                  <a:pPr algn="ctr"/>
                  <a:endParaRPr lang="en-US" sz="1400" dirty="0">
                    <a:solidFill>
                      <a:sysClr val="windowText" lastClr="000000"/>
                    </a:solidFill>
                  </a:endParaRPr>
                </a:p>
              </p:txBody>
            </p:sp>
          </p:grp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56FD6A23-F47A-4293-02CB-440E0EC5235D}"/>
                </a:ext>
              </a:extLst>
            </p:cNvPr>
            <p:cNvGrpSpPr/>
            <p:nvPr/>
          </p:nvGrpSpPr>
          <p:grpSpPr>
            <a:xfrm>
              <a:off x="1036800" y="1099880"/>
              <a:ext cx="475200" cy="338606"/>
              <a:chOff x="561600" y="1101757"/>
              <a:chExt cx="475200" cy="338606"/>
            </a:xfrm>
          </p:grpSpPr>
          <p:grpSp>
            <p:nvGrpSpPr>
              <p:cNvPr id="21" name="Group 20">
                <a:extLst>
                  <a:ext uri="{FF2B5EF4-FFF2-40B4-BE49-F238E27FC236}">
                    <a16:creationId xmlns:a16="http://schemas.microsoft.com/office/drawing/2014/main" id="{FFB66C1F-5EB9-87D7-BB14-E331BA4E5371}"/>
                  </a:ext>
                </a:extLst>
              </p:cNvPr>
              <p:cNvGrpSpPr/>
              <p:nvPr/>
            </p:nvGrpSpPr>
            <p:grpSpPr>
              <a:xfrm>
                <a:off x="561600" y="1102297"/>
                <a:ext cx="237600" cy="338066"/>
                <a:chOff x="561600" y="1095494"/>
                <a:chExt cx="237600" cy="338066"/>
              </a:xfrm>
            </p:grpSpPr>
            <p:sp>
              <p:nvSpPr>
                <p:cNvPr id="25" name="Rectangle 24">
                  <a:extLst>
                    <a:ext uri="{FF2B5EF4-FFF2-40B4-BE49-F238E27FC236}">
                      <a16:creationId xmlns:a16="http://schemas.microsoft.com/office/drawing/2014/main" id="{FB9CC073-5CEE-ECBF-922F-1984267B70F9}"/>
                    </a:ext>
                  </a:extLst>
                </p:cNvPr>
                <p:cNvSpPr/>
                <p:nvPr/>
              </p:nvSpPr>
              <p:spPr>
                <a:xfrm>
                  <a:off x="561600" y="1095494"/>
                  <a:ext cx="118800" cy="334313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72000" numCol="1" spcCol="0" rtlCol="0" fromWordArt="0" anchor="ctr" anchorCtr="0" forceAA="0" compatLnSpc="1">
                  <a:prstTxWarp prst="textNoShape">
                    <a:avLst/>
                  </a:prstTxWarp>
                  <a:spAutoFit/>
                </a:bodyPr>
                <a:lstStyle/>
                <a:p>
                  <a:pPr algn="ctr"/>
                  <a:endParaRPr lang="en-US" sz="1400" dirty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26" name="Rectangle 25">
                  <a:extLst>
                    <a:ext uri="{FF2B5EF4-FFF2-40B4-BE49-F238E27FC236}">
                      <a16:creationId xmlns:a16="http://schemas.microsoft.com/office/drawing/2014/main" id="{A9563BEA-71BB-C24F-6E32-724D5440ECAB}"/>
                    </a:ext>
                  </a:extLst>
                </p:cNvPr>
                <p:cNvSpPr/>
                <p:nvPr/>
              </p:nvSpPr>
              <p:spPr>
                <a:xfrm>
                  <a:off x="680400" y="1099247"/>
                  <a:ext cx="118800" cy="334313"/>
                </a:xfrm>
                <a:prstGeom prst="rect">
                  <a:avLst/>
                </a:prstGeom>
                <a:solidFill>
                  <a:schemeClr val="tx2">
                    <a:lumMod val="60000"/>
                    <a:lumOff val="40000"/>
                  </a:schemeClr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72000" numCol="1" spcCol="0" rtlCol="0" fromWordArt="0" anchor="ctr" anchorCtr="0" forceAA="0" compatLnSpc="1">
                  <a:prstTxWarp prst="textNoShape">
                    <a:avLst/>
                  </a:prstTxWarp>
                  <a:spAutoFit/>
                </a:bodyPr>
                <a:lstStyle/>
                <a:p>
                  <a:pPr algn="ctr"/>
                  <a:endParaRPr lang="en-US" sz="1400" dirty="0">
                    <a:solidFill>
                      <a:sysClr val="windowText" lastClr="000000"/>
                    </a:solidFill>
                  </a:endParaRPr>
                </a:p>
              </p:txBody>
            </p:sp>
          </p:grpSp>
          <p:grpSp>
            <p:nvGrpSpPr>
              <p:cNvPr id="22" name="Group 21">
                <a:extLst>
                  <a:ext uri="{FF2B5EF4-FFF2-40B4-BE49-F238E27FC236}">
                    <a16:creationId xmlns:a16="http://schemas.microsoft.com/office/drawing/2014/main" id="{1DD60C42-EF44-8DC5-3F69-718A7069C0FA}"/>
                  </a:ext>
                </a:extLst>
              </p:cNvPr>
              <p:cNvGrpSpPr/>
              <p:nvPr/>
            </p:nvGrpSpPr>
            <p:grpSpPr>
              <a:xfrm>
                <a:off x="799200" y="1101757"/>
                <a:ext cx="237600" cy="336729"/>
                <a:chOff x="561600" y="1096831"/>
                <a:chExt cx="237600" cy="336729"/>
              </a:xfrm>
            </p:grpSpPr>
            <p:sp>
              <p:nvSpPr>
                <p:cNvPr id="23" name="Rectangle 22">
                  <a:extLst>
                    <a:ext uri="{FF2B5EF4-FFF2-40B4-BE49-F238E27FC236}">
                      <a16:creationId xmlns:a16="http://schemas.microsoft.com/office/drawing/2014/main" id="{01BF365F-40FF-B49F-B27F-B1C2E95E069A}"/>
                    </a:ext>
                  </a:extLst>
                </p:cNvPr>
                <p:cNvSpPr/>
                <p:nvPr/>
              </p:nvSpPr>
              <p:spPr>
                <a:xfrm>
                  <a:off x="561600" y="1096831"/>
                  <a:ext cx="118800" cy="334313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72000" numCol="1" spcCol="0" rtlCol="0" fromWordArt="0" anchor="ctr" anchorCtr="0" forceAA="0" compatLnSpc="1">
                  <a:prstTxWarp prst="textNoShape">
                    <a:avLst/>
                  </a:prstTxWarp>
                  <a:spAutoFit/>
                </a:bodyPr>
                <a:lstStyle/>
                <a:p>
                  <a:pPr algn="ctr"/>
                  <a:endParaRPr lang="en-US" sz="1400" dirty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24" name="Rectangle 23">
                  <a:extLst>
                    <a:ext uri="{FF2B5EF4-FFF2-40B4-BE49-F238E27FC236}">
                      <a16:creationId xmlns:a16="http://schemas.microsoft.com/office/drawing/2014/main" id="{9C24B658-EF8F-D4ED-60FA-6A8626714540}"/>
                    </a:ext>
                  </a:extLst>
                </p:cNvPr>
                <p:cNvSpPr/>
                <p:nvPr/>
              </p:nvSpPr>
              <p:spPr>
                <a:xfrm>
                  <a:off x="680400" y="1099247"/>
                  <a:ext cx="118800" cy="334313"/>
                </a:xfrm>
                <a:prstGeom prst="rect">
                  <a:avLst/>
                </a:prstGeom>
                <a:solidFill>
                  <a:schemeClr val="tx2">
                    <a:lumMod val="60000"/>
                    <a:lumOff val="40000"/>
                  </a:schemeClr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72000" numCol="1" spcCol="0" rtlCol="0" fromWordArt="0" anchor="ctr" anchorCtr="0" forceAA="0" compatLnSpc="1">
                  <a:prstTxWarp prst="textNoShape">
                    <a:avLst/>
                  </a:prstTxWarp>
                  <a:spAutoFit/>
                </a:bodyPr>
                <a:lstStyle/>
                <a:p>
                  <a:pPr algn="ctr"/>
                  <a:endParaRPr lang="en-US" sz="1400" dirty="0">
                    <a:solidFill>
                      <a:sysClr val="windowText" lastClr="000000"/>
                    </a:solidFill>
                  </a:endParaRPr>
                </a:p>
              </p:txBody>
            </p:sp>
          </p:grpSp>
        </p:grpSp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321A3C72-1267-5FA1-C796-E5AD94BF7E90}"/>
              </a:ext>
            </a:extLst>
          </p:cNvPr>
          <p:cNvSpPr txBox="1"/>
          <p:nvPr/>
        </p:nvSpPr>
        <p:spPr>
          <a:xfrm>
            <a:off x="621000" y="1113707"/>
            <a:ext cx="891000" cy="3027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800"/>
              </a:lnSpc>
            </a:pPr>
            <a:r>
              <a:rPr lang="nl-NL" sz="1400" dirty="0">
                <a:solidFill>
                  <a:schemeClr val="accent6"/>
                </a:solidFill>
                <a:latin typeface="Verdana" pitchFamily="34" charset="0"/>
              </a:rPr>
              <a:t>Blocks</a:t>
            </a:r>
            <a:endParaRPr lang="en-US" sz="1400" dirty="0" err="1">
              <a:solidFill>
                <a:schemeClr val="accent6"/>
              </a:solidFill>
              <a:latin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91875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3F6661-95A5-5825-049F-032FC11B4A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Results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2C66A23-62F8-7A24-C9F4-B6571AC19C2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pPr algn="r"/>
            <a:fld id="{F25965E0-7062-474C-8671-DB3A3CE669B0}" type="slidenum">
              <a:rPr lang="en-GB" smtClean="0"/>
              <a:pPr algn="r"/>
              <a:t>11</a:t>
            </a:fld>
            <a:endParaRPr lang="en-GB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26348E65-598D-9E90-F639-194569D1842F}"/>
              </a:ext>
            </a:extLst>
          </p:cNvPr>
          <p:cNvGrpSpPr/>
          <p:nvPr/>
        </p:nvGrpSpPr>
        <p:grpSpPr>
          <a:xfrm>
            <a:off x="387744" y="860338"/>
            <a:ext cx="8194656" cy="2892398"/>
            <a:chOff x="387744" y="746042"/>
            <a:chExt cx="8194656" cy="2892398"/>
          </a:xfrm>
        </p:grpSpPr>
        <p:pic>
          <p:nvPicPr>
            <p:cNvPr id="14" name="Picture 13" descr="A graph of a graph with red and blue dots&#10;&#10;Description automatically generated">
              <a:extLst>
                <a:ext uri="{FF2B5EF4-FFF2-40B4-BE49-F238E27FC236}">
                  <a16:creationId xmlns:a16="http://schemas.microsoft.com/office/drawing/2014/main" id="{E1FE5660-BCDA-F1E9-E86C-A581B8E8CBC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905" t="8254" r="14476" b="3290"/>
            <a:stretch/>
          </p:blipFill>
          <p:spPr>
            <a:xfrm>
              <a:off x="387744" y="746042"/>
              <a:ext cx="4339056" cy="2892398"/>
            </a:xfrm>
            <a:prstGeom prst="rect">
              <a:avLst/>
            </a:prstGeom>
          </p:spPr>
        </p:pic>
        <p:pic>
          <p:nvPicPr>
            <p:cNvPr id="16" name="Picture 15" descr="A graph of a graph with red and blue dots&#10;&#10;Description automatically generated">
              <a:extLst>
                <a:ext uri="{FF2B5EF4-FFF2-40B4-BE49-F238E27FC236}">
                  <a16:creationId xmlns:a16="http://schemas.microsoft.com/office/drawing/2014/main" id="{FA598CCE-CCAC-20D0-AEAC-7CFC756E0AA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715" t="8254" r="14381" b="3290"/>
            <a:stretch/>
          </p:blipFill>
          <p:spPr>
            <a:xfrm>
              <a:off x="4227773" y="746042"/>
              <a:ext cx="4354627" cy="2892398"/>
            </a:xfrm>
            <a:prstGeom prst="rect">
              <a:avLst/>
            </a:prstGeom>
          </p:spPr>
        </p:pic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D6D6675D-8E1D-D65B-246A-5327BCF93A38}"/>
              </a:ext>
            </a:extLst>
          </p:cNvPr>
          <p:cNvSpPr txBox="1"/>
          <p:nvPr/>
        </p:nvSpPr>
        <p:spPr>
          <a:xfrm>
            <a:off x="742950" y="3752736"/>
            <a:ext cx="3396343" cy="3027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800"/>
              </a:lnSpc>
            </a:pPr>
            <a:r>
              <a:rPr lang="nl-NL" sz="1400" dirty="0" err="1">
                <a:latin typeface="Verdana" pitchFamily="34" charset="0"/>
              </a:rPr>
              <a:t>Linear</a:t>
            </a:r>
            <a:r>
              <a:rPr lang="nl-NL" sz="1400" dirty="0">
                <a:latin typeface="Verdana" pitchFamily="34" charset="0"/>
              </a:rPr>
              <a:t> </a:t>
            </a:r>
            <a:r>
              <a:rPr lang="nl-NL" sz="1400" dirty="0" err="1">
                <a:latin typeface="Verdana" pitchFamily="34" charset="0"/>
              </a:rPr>
              <a:t>regression</a:t>
            </a:r>
            <a:endParaRPr lang="en-US" sz="1400" dirty="0" err="1">
              <a:latin typeface="Verdana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F288012-2A84-E3E9-4F1A-C9A1DBABAF92}"/>
              </a:ext>
            </a:extLst>
          </p:cNvPr>
          <p:cNvSpPr txBox="1"/>
          <p:nvPr/>
        </p:nvSpPr>
        <p:spPr>
          <a:xfrm>
            <a:off x="4572000" y="3665764"/>
            <a:ext cx="3739243" cy="3027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800"/>
              </a:lnSpc>
            </a:pPr>
            <a:r>
              <a:rPr lang="nl-NL" sz="1400" dirty="0">
                <a:latin typeface="Verdana" pitchFamily="34" charset="0"/>
              </a:rPr>
              <a:t>Random </a:t>
            </a:r>
            <a:r>
              <a:rPr lang="nl-NL" sz="1400" dirty="0" err="1">
                <a:latin typeface="Verdana" pitchFamily="34" charset="0"/>
              </a:rPr>
              <a:t>forest</a:t>
            </a:r>
            <a:r>
              <a:rPr lang="nl-NL" sz="1400" dirty="0">
                <a:latin typeface="Verdana" pitchFamily="34" charset="0"/>
              </a:rPr>
              <a:t> </a:t>
            </a:r>
            <a:r>
              <a:rPr lang="nl-NL" sz="1400" dirty="0" err="1">
                <a:latin typeface="Verdana" pitchFamily="34" charset="0"/>
              </a:rPr>
              <a:t>regression</a:t>
            </a:r>
            <a:endParaRPr lang="en-US" sz="1400" dirty="0" err="1">
              <a:latin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04863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2E1047-D6E4-32F3-8607-4817588900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Discussion</a:t>
            </a:r>
            <a:r>
              <a:rPr lang="nl-NL" dirty="0"/>
              <a:t>: </a:t>
            </a:r>
            <a:r>
              <a:rPr lang="nl-NL" dirty="0" err="1"/>
              <a:t>Challenges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FB5AB77-B035-039D-7889-AF421077823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pPr algn="r"/>
            <a:fld id="{F25965E0-7062-474C-8671-DB3A3CE669B0}" type="slidenum">
              <a:rPr lang="en-GB" smtClean="0"/>
              <a:pPr algn="r"/>
              <a:t>12</a:t>
            </a:fld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152191-9AE4-68CD-EEC5-8081315A814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93200" y="1368000"/>
            <a:ext cx="8398800" cy="3092400"/>
          </a:xfrm>
        </p:spPr>
        <p:txBody>
          <a:bodyPr/>
          <a:lstStyle/>
          <a:p>
            <a:r>
              <a:rPr lang="nl-NL" dirty="0" err="1"/>
              <a:t>Extrapolation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future</a:t>
            </a:r>
            <a:r>
              <a:rPr lang="nl-NL" dirty="0"/>
              <a:t> is </a:t>
            </a:r>
            <a:r>
              <a:rPr lang="nl-NL" dirty="0" err="1"/>
              <a:t>difficult</a:t>
            </a:r>
            <a:endParaRPr lang="nl-NL" dirty="0"/>
          </a:p>
          <a:p>
            <a:r>
              <a:rPr lang="nl-NL" dirty="0"/>
              <a:t>Large </a:t>
            </a:r>
            <a:r>
              <a:rPr lang="nl-NL" dirty="0" err="1"/>
              <a:t>portion</a:t>
            </a:r>
            <a:r>
              <a:rPr lang="nl-NL" dirty="0"/>
              <a:t> of energy </a:t>
            </a:r>
            <a:r>
              <a:rPr lang="nl-NL" dirty="0" err="1"/>
              <a:t>expenditure</a:t>
            </a:r>
            <a:r>
              <a:rPr lang="nl-NL" dirty="0"/>
              <a:t> is </a:t>
            </a:r>
            <a:r>
              <a:rPr lang="nl-NL" dirty="0" err="1"/>
              <a:t>spend</a:t>
            </a:r>
            <a:r>
              <a:rPr lang="nl-NL" dirty="0"/>
              <a:t> on </a:t>
            </a:r>
            <a:r>
              <a:rPr lang="nl-NL" dirty="0" err="1"/>
              <a:t>movement</a:t>
            </a:r>
            <a:endParaRPr lang="nl-NL" dirty="0"/>
          </a:p>
          <a:p>
            <a:r>
              <a:rPr lang="nl-NL" dirty="0" err="1"/>
              <a:t>Measured</a:t>
            </a:r>
            <a:r>
              <a:rPr lang="nl-NL" dirty="0"/>
              <a:t> energy </a:t>
            </a:r>
            <a:r>
              <a:rPr lang="nl-NL" dirty="0" err="1"/>
              <a:t>expenditure</a:t>
            </a:r>
            <a:r>
              <a:rPr lang="nl-NL" dirty="0"/>
              <a:t> </a:t>
            </a:r>
            <a:r>
              <a:rPr lang="nl-NL" dirty="0" err="1"/>
              <a:t>follows</a:t>
            </a:r>
            <a:r>
              <a:rPr lang="nl-NL" dirty="0"/>
              <a:t> </a:t>
            </a:r>
            <a:r>
              <a:rPr lang="nl-NL" dirty="0" err="1"/>
              <a:t>an</a:t>
            </a:r>
            <a:r>
              <a:rPr lang="nl-NL" dirty="0"/>
              <a:t> </a:t>
            </a:r>
            <a:r>
              <a:rPr lang="nl-NL" dirty="0" err="1"/>
              <a:t>eratic</a:t>
            </a:r>
            <a:r>
              <a:rPr lang="nl-NL" dirty="0"/>
              <a:t> </a:t>
            </a:r>
            <a:r>
              <a:rPr lang="nl-NL" dirty="0" err="1"/>
              <a:t>pattern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72748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18442A-5E8E-DF8B-5F27-F0626A97BA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Discussion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F615368-53DC-AEE1-32A4-C9CDA7378FF1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pPr algn="r"/>
            <a:fld id="{F25965E0-7062-474C-8671-DB3A3CE669B0}" type="slidenum">
              <a:rPr lang="en-GB" smtClean="0"/>
              <a:pPr algn="r"/>
              <a:t>13</a:t>
            </a:fld>
            <a:endParaRPr lang="en-GB" dirty="0"/>
          </a:p>
        </p:txBody>
      </p:sp>
      <p:pic>
        <p:nvPicPr>
          <p:cNvPr id="7" name="Picture 6" descr="A graph with red and blue lines&#10;&#10;Description automatically generated">
            <a:extLst>
              <a:ext uri="{FF2B5EF4-FFF2-40B4-BE49-F238E27FC236}">
                <a16:creationId xmlns:a16="http://schemas.microsoft.com/office/drawing/2014/main" id="{E8BDA782-C7FE-D224-2D70-4AF608D310B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06" t="2794" r="1849" b="2856"/>
          <a:stretch/>
        </p:blipFill>
        <p:spPr>
          <a:xfrm>
            <a:off x="4148549" y="831609"/>
            <a:ext cx="4743451" cy="348028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482B090-2935-62B9-098E-7DF06BBE6143}"/>
              </a:ext>
            </a:extLst>
          </p:cNvPr>
          <p:cNvSpPr txBox="1"/>
          <p:nvPr/>
        </p:nvSpPr>
        <p:spPr>
          <a:xfrm>
            <a:off x="561600" y="947057"/>
            <a:ext cx="3586949" cy="995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800"/>
              </a:lnSpc>
            </a:pPr>
            <a:r>
              <a:rPr lang="nl-NL" sz="1400" dirty="0">
                <a:latin typeface="Verdana" pitchFamily="34" charset="0"/>
              </a:rPr>
              <a:t>Heat </a:t>
            </a:r>
            <a:r>
              <a:rPr lang="nl-NL" sz="1400" dirty="0" err="1">
                <a:latin typeface="Verdana" pitchFamily="34" charset="0"/>
              </a:rPr>
              <a:t>production</a:t>
            </a:r>
            <a:r>
              <a:rPr lang="nl-NL" sz="1400" dirty="0">
                <a:latin typeface="Verdana" pitchFamily="34" charset="0"/>
              </a:rPr>
              <a:t> shows high </a:t>
            </a:r>
            <a:r>
              <a:rPr lang="nl-NL" sz="1400" dirty="0" err="1">
                <a:latin typeface="Verdana" pitchFamily="34" charset="0"/>
              </a:rPr>
              <a:t>correlation</a:t>
            </a:r>
            <a:r>
              <a:rPr lang="nl-NL" sz="1400" dirty="0">
                <a:latin typeface="Verdana" pitchFamily="34" charset="0"/>
              </a:rPr>
              <a:t> </a:t>
            </a:r>
            <a:r>
              <a:rPr lang="nl-NL" sz="1400" dirty="0" err="1">
                <a:latin typeface="Verdana" pitchFamily="34" charset="0"/>
              </a:rPr>
              <a:t>with</a:t>
            </a:r>
            <a:r>
              <a:rPr lang="nl-NL" sz="1400" dirty="0">
                <a:latin typeface="Verdana" pitchFamily="34" charset="0"/>
              </a:rPr>
              <a:t> </a:t>
            </a:r>
            <a:r>
              <a:rPr lang="nl-NL" sz="1400" dirty="0" err="1">
                <a:latin typeface="Verdana" pitchFamily="34" charset="0"/>
              </a:rPr>
              <a:t>activity</a:t>
            </a:r>
            <a:r>
              <a:rPr lang="nl-NL" sz="1400" dirty="0">
                <a:latin typeface="Verdana" pitchFamily="34" charset="0"/>
              </a:rPr>
              <a:t>. </a:t>
            </a:r>
            <a:r>
              <a:rPr lang="nl-NL" sz="1400" dirty="0" err="1">
                <a:latin typeface="Verdana" pitchFamily="34" charset="0"/>
              </a:rPr>
              <a:t>Which</a:t>
            </a:r>
            <a:r>
              <a:rPr lang="nl-NL" sz="1400" dirty="0">
                <a:latin typeface="Verdana" pitchFamily="34" charset="0"/>
              </a:rPr>
              <a:t> </a:t>
            </a:r>
            <a:r>
              <a:rPr lang="nl-NL" sz="1400" dirty="0" err="1">
                <a:latin typeface="Verdana" pitchFamily="34" charset="0"/>
              </a:rPr>
              <a:t>makes</a:t>
            </a:r>
            <a:r>
              <a:rPr lang="nl-NL" sz="1400" dirty="0">
                <a:latin typeface="Verdana" pitchFamily="34" charset="0"/>
              </a:rPr>
              <a:t> </a:t>
            </a:r>
            <a:r>
              <a:rPr lang="nl-NL" sz="1400" dirty="0" err="1">
                <a:latin typeface="Verdana" pitchFamily="34" charset="0"/>
              </a:rPr>
              <a:t>it</a:t>
            </a:r>
            <a:r>
              <a:rPr lang="nl-NL" sz="1400" dirty="0">
                <a:latin typeface="Verdana" pitchFamily="34" charset="0"/>
              </a:rPr>
              <a:t> </a:t>
            </a:r>
            <a:r>
              <a:rPr lang="nl-NL" sz="1400" dirty="0" err="1">
                <a:latin typeface="Verdana" pitchFamily="34" charset="0"/>
              </a:rPr>
              <a:t>difficult</a:t>
            </a:r>
            <a:r>
              <a:rPr lang="nl-NL" sz="1400" dirty="0">
                <a:latin typeface="Verdana" pitchFamily="34" charset="0"/>
              </a:rPr>
              <a:t> </a:t>
            </a:r>
            <a:r>
              <a:rPr lang="nl-NL" sz="1400" dirty="0" err="1">
                <a:latin typeface="Verdana" pitchFamily="34" charset="0"/>
              </a:rPr>
              <a:t>to</a:t>
            </a:r>
            <a:r>
              <a:rPr lang="nl-NL" sz="1400" dirty="0">
                <a:latin typeface="Verdana" pitchFamily="34" charset="0"/>
              </a:rPr>
              <a:t> extract energy </a:t>
            </a:r>
            <a:r>
              <a:rPr lang="nl-NL" sz="1400" dirty="0" err="1">
                <a:latin typeface="Verdana" pitchFamily="34" charset="0"/>
              </a:rPr>
              <a:t>expended</a:t>
            </a:r>
            <a:r>
              <a:rPr lang="nl-NL" sz="1400" dirty="0">
                <a:latin typeface="Verdana" pitchFamily="34" charset="0"/>
              </a:rPr>
              <a:t> on </a:t>
            </a:r>
            <a:r>
              <a:rPr lang="nl-NL" sz="1400" dirty="0" err="1">
                <a:latin typeface="Verdana" pitchFamily="34" charset="0"/>
              </a:rPr>
              <a:t>thermoregulation</a:t>
            </a:r>
            <a:r>
              <a:rPr lang="nl-NL" sz="1400" dirty="0">
                <a:latin typeface="Verdana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878448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A8088C-5380-A9FE-7DFD-7118978BFB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Future</a:t>
            </a:r>
            <a:r>
              <a:rPr lang="nl-NL" dirty="0"/>
              <a:t> </a:t>
            </a:r>
            <a:r>
              <a:rPr lang="nl-NL" dirty="0" err="1"/>
              <a:t>prospects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985F4B6-8CA0-1CDB-650C-F2B92C616CDC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pPr algn="r"/>
            <a:fld id="{F25965E0-7062-474C-8671-DB3A3CE669B0}" type="slidenum">
              <a:rPr lang="en-GB" smtClean="0"/>
              <a:pPr algn="r"/>
              <a:t>14</a:t>
            </a:fld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B39126-3E87-AD75-2B56-A0F035F9438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93200" y="1368000"/>
            <a:ext cx="7970400" cy="3092400"/>
          </a:xfrm>
        </p:spPr>
        <p:txBody>
          <a:bodyPr/>
          <a:lstStyle/>
          <a:p>
            <a:r>
              <a:rPr lang="nl-NL" dirty="0" err="1"/>
              <a:t>Currently</a:t>
            </a:r>
            <a:r>
              <a:rPr lang="nl-NL" dirty="0"/>
              <a:t> </a:t>
            </a:r>
            <a:r>
              <a:rPr lang="nl-NL" dirty="0" err="1"/>
              <a:t>working</a:t>
            </a:r>
            <a:r>
              <a:rPr lang="nl-NL" dirty="0"/>
              <a:t> on a high </a:t>
            </a:r>
            <a:r>
              <a:rPr lang="nl-NL" dirty="0" err="1"/>
              <a:t>resolution</a:t>
            </a:r>
            <a:r>
              <a:rPr lang="nl-NL" dirty="0"/>
              <a:t> dataset.</a:t>
            </a:r>
          </a:p>
          <a:p>
            <a:r>
              <a:rPr lang="nl-NL" dirty="0" err="1"/>
              <a:t>Higher</a:t>
            </a:r>
            <a:r>
              <a:rPr lang="nl-NL" dirty="0"/>
              <a:t> </a:t>
            </a:r>
            <a:r>
              <a:rPr lang="nl-NL" dirty="0" err="1"/>
              <a:t>resolution</a:t>
            </a:r>
            <a:r>
              <a:rPr lang="nl-NL" dirty="0"/>
              <a:t> data shows </a:t>
            </a:r>
            <a:r>
              <a:rPr lang="nl-NL" dirty="0" err="1"/>
              <a:t>much</a:t>
            </a:r>
            <a:r>
              <a:rPr lang="nl-NL" dirty="0"/>
              <a:t> </a:t>
            </a:r>
            <a:r>
              <a:rPr lang="nl-NL" dirty="0" err="1"/>
              <a:t>smoother</a:t>
            </a:r>
            <a:r>
              <a:rPr lang="nl-NL" dirty="0"/>
              <a:t> curves in energy </a:t>
            </a:r>
            <a:r>
              <a:rPr lang="nl-NL" dirty="0" err="1"/>
              <a:t>expenditure</a:t>
            </a:r>
            <a:endParaRPr lang="nl-NL" dirty="0"/>
          </a:p>
          <a:p>
            <a:r>
              <a:rPr lang="nl-NL" dirty="0" err="1"/>
              <a:t>Combined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</a:t>
            </a:r>
            <a:r>
              <a:rPr lang="nl-NL" dirty="0" err="1"/>
              <a:t>our</a:t>
            </a:r>
            <a:r>
              <a:rPr lang="nl-NL" dirty="0"/>
              <a:t> high </a:t>
            </a:r>
            <a:r>
              <a:rPr lang="nl-NL" dirty="0" err="1"/>
              <a:t>resolution</a:t>
            </a:r>
            <a:r>
              <a:rPr lang="nl-NL" dirty="0"/>
              <a:t> </a:t>
            </a:r>
            <a:r>
              <a:rPr lang="nl-NL" dirty="0" err="1"/>
              <a:t>acceleration</a:t>
            </a:r>
            <a:r>
              <a:rPr lang="nl-NL" dirty="0"/>
              <a:t> data I hope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be</a:t>
            </a:r>
            <a:r>
              <a:rPr lang="nl-NL" dirty="0"/>
              <a:t> </a:t>
            </a:r>
            <a:r>
              <a:rPr lang="nl-NL" dirty="0" err="1"/>
              <a:t>able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separate energy </a:t>
            </a:r>
            <a:r>
              <a:rPr lang="nl-NL" dirty="0" err="1"/>
              <a:t>expended</a:t>
            </a:r>
            <a:r>
              <a:rPr lang="nl-NL" dirty="0"/>
              <a:t> on </a:t>
            </a:r>
            <a:r>
              <a:rPr lang="nl-NL" dirty="0" err="1"/>
              <a:t>activity</a:t>
            </a:r>
            <a:r>
              <a:rPr lang="nl-NL" dirty="0"/>
              <a:t> </a:t>
            </a:r>
            <a:r>
              <a:rPr lang="nl-NL" dirty="0" err="1"/>
              <a:t>from</a:t>
            </a:r>
            <a:r>
              <a:rPr lang="nl-NL" dirty="0"/>
              <a:t> energy </a:t>
            </a:r>
            <a:r>
              <a:rPr lang="nl-NL" dirty="0" err="1"/>
              <a:t>expended</a:t>
            </a:r>
            <a:r>
              <a:rPr lang="nl-NL" dirty="0"/>
              <a:t> on </a:t>
            </a:r>
            <a:r>
              <a:rPr lang="nl-NL" dirty="0" err="1"/>
              <a:t>thermoregulation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92634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2E505E9-FB83-CC53-7843-FE15FFEC640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341BD8B-0DEA-5BEC-A335-B89EF3CD46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Questions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41D5C8-D06F-F0C8-FABA-E29D1F98025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algn="r"/>
            <a:fld id="{F25965E0-7062-474C-8671-DB3A3CE669B0}" type="slidenum">
              <a:rPr lang="en-GB" smtClean="0"/>
              <a:pPr algn="r"/>
              <a:t>15</a:t>
            </a:fld>
            <a:endParaRPr lang="en-GB" dirty="0"/>
          </a:p>
        </p:txBody>
      </p:sp>
      <p:pic>
        <p:nvPicPr>
          <p:cNvPr id="6" name="Picture 5" descr="Wooden blocks with question marks">
            <a:extLst>
              <a:ext uri="{FF2B5EF4-FFF2-40B4-BE49-F238E27FC236}">
                <a16:creationId xmlns:a16="http://schemas.microsoft.com/office/drawing/2014/main" id="{FDFCA7C2-8A21-4A9B-62E1-696B8555008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9816" y="789894"/>
            <a:ext cx="5345567" cy="3563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5976282"/>
      </p:ext>
    </p:extLst>
  </p:cSld>
  <p:clrMapOvr>
    <a:masterClrMapping/>
  </p:clrMapOvr>
</p:sld>
</file>

<file path=ppt/theme/theme1.xml><?xml version="1.0" encoding="utf-8"?>
<a:theme xmlns:a="http://schemas.openxmlformats.org/drawingml/2006/main" name="WUR">
  <a:themeElements>
    <a:clrScheme name="Wageningen UR witte achtergrond">
      <a:dk1>
        <a:srgbClr val="005172"/>
      </a:dk1>
      <a:lt1>
        <a:srgbClr val="FFFFFF"/>
      </a:lt1>
      <a:dk2>
        <a:srgbClr val="34B233"/>
      </a:dk2>
      <a:lt2>
        <a:srgbClr val="005172"/>
      </a:lt2>
      <a:accent1>
        <a:srgbClr val="519FD7"/>
      </a:accent1>
      <a:accent2>
        <a:srgbClr val="A59D95"/>
      </a:accent2>
      <a:accent3>
        <a:srgbClr val="D5D2CA"/>
      </a:accent3>
      <a:accent4>
        <a:srgbClr val="FF7900"/>
      </a:accent4>
      <a:accent5>
        <a:srgbClr val="00549F"/>
      </a:accent5>
      <a:accent6>
        <a:srgbClr val="000000"/>
      </a:accent6>
      <a:hlink>
        <a:srgbClr val="00549F"/>
      </a:hlink>
      <a:folHlink>
        <a:srgbClr val="000000"/>
      </a:folHlink>
    </a:clrScheme>
    <a:fontScheme name="Wageningen UR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3"/>
        </a:solidFill>
        <a:ln>
          <a:noFill/>
        </a:ln>
      </a:spPr>
      <a:bodyPr rot="0" spcFirstLastPara="0" vertOverflow="overflow" horzOverflow="overflow" vert="horz" wrap="square" lIns="91440" tIns="45720" rIns="91440" bIns="72000" numCol="1" spcCol="0" rtlCol="0" fromWordArt="0" anchor="ctr" anchorCtr="0" forceAA="0" compatLnSpc="1">
        <a:prstTxWarp prst="textNoShape">
          <a:avLst/>
        </a:prstTxWarp>
        <a:spAutoFit/>
      </a:bodyPr>
      <a:lstStyle>
        <a:defPPr algn="ctr">
          <a:defRPr sz="1400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5875">
          <a:solidFill>
            <a:schemeClr val="bg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>
          <a:lnSpc>
            <a:spcPts val="1800"/>
          </a:lnSpc>
          <a:defRPr sz="1400" dirty="0" err="1" smtClean="0">
            <a:latin typeface="Verdana" pitchFamily="34" charset="0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Kantoorthema">
  <a:themeElements>
    <a:clrScheme name="Kantoor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antoor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61292</TotalTime>
  <Words>336</Words>
  <Application>Microsoft Office PowerPoint</Application>
  <PresentationFormat>On-screen Show (16:9)</PresentationFormat>
  <Paragraphs>87</Paragraphs>
  <Slides>15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Arial</vt:lpstr>
      <vt:lpstr>Calibri</vt:lpstr>
      <vt:lpstr>Cambria Math</vt:lpstr>
      <vt:lpstr>Century</vt:lpstr>
      <vt:lpstr>OCR A Extended</vt:lpstr>
      <vt:lpstr>Verdana</vt:lpstr>
      <vt:lpstr>Wingdings</vt:lpstr>
      <vt:lpstr>WUR</vt:lpstr>
      <vt:lpstr>EnergyTag: A Wearable Software Sensor for Online Monitoring of Animal’s Dynamic Energy Expenditure</vt:lpstr>
      <vt:lpstr>Why Energy Expenditure (EE)?</vt:lpstr>
      <vt:lpstr>How to measure Energy Expenditure</vt:lpstr>
      <vt:lpstr>Alternative solution: Software sensor</vt:lpstr>
      <vt:lpstr>Alternative: Software sensor</vt:lpstr>
      <vt:lpstr>EnergyTag: Experimental Setup</vt:lpstr>
      <vt:lpstr>EnergyTag initial experimental plan</vt:lpstr>
      <vt:lpstr>EnergyTag: Wearable sensors</vt:lpstr>
      <vt:lpstr>EnergyTag experimental setup</vt:lpstr>
      <vt:lpstr>Preprocessing</vt:lpstr>
      <vt:lpstr>Results</vt:lpstr>
      <vt:lpstr>Discussion: Challenges</vt:lpstr>
      <vt:lpstr>Discussion</vt:lpstr>
      <vt:lpstr>Future prospects</vt:lpstr>
      <vt:lpstr>Questions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PowerPoint-presentatie</dc:title>
  <dc:creator>Martin Brinkman</dc:creator>
  <cp:lastModifiedBy>Aarts, Jan</cp:lastModifiedBy>
  <cp:revision>763</cp:revision>
  <dcterms:created xsi:type="dcterms:W3CDTF">2011-09-29T08:30:03Z</dcterms:created>
  <dcterms:modified xsi:type="dcterms:W3CDTF">2026-09-12T12:30:42Z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o_Template">
    <vt:lpwstr>WHUKW.pptx</vt:lpwstr>
  </property>
</Properties>
</file>